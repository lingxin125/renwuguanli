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10" r:id="rId3"/>
    <p:sldId id="1112" r:id="rId5"/>
    <p:sldId id="1115" r:id="rId6"/>
    <p:sldId id="1118" r:id="rId7"/>
    <p:sldId id="1119" r:id="rId8"/>
    <p:sldId id="1256" r:id="rId9"/>
    <p:sldId id="1250" r:id="rId10"/>
    <p:sldId id="1251" r:id="rId11"/>
    <p:sldId id="1253" r:id="rId12"/>
    <p:sldId id="1258" r:id="rId13"/>
    <p:sldId id="1261" r:id="rId14"/>
    <p:sldId id="1264" r:id="rId15"/>
    <p:sldId id="1262" r:id="rId16"/>
    <p:sldId id="1265" r:id="rId17"/>
    <p:sldId id="1267" r:id="rId18"/>
    <p:sldId id="1266" r:id="rId19"/>
    <p:sldId id="1269" r:id="rId2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3" name="未知用户1" initials="未" lastIdx="1" clrIdx="0"/>
  <p:cmAuthor id="4" name="方彪" initials="方" lastIdx="1" clrIdx="0"/>
  <p:cmAuthor id="5" name="作者" initials="作" lastIdx="0" clrIdx="1"/>
  <p:cmAuthor id="6" name="曾祖琪" initials="曾" lastIdx="1" clrIdx="4"/>
  <p:cmAuthor id="7" name="ec" initials="e" lastIdx="2" clrIdx="0"/>
  <p:cmAuthor id="8" name="微软用户" initials="微" lastIdx="0" clrIdx="0"/>
  <p:cmAuthor id="9" name="kingsoft" initials="k" lastIdx="1" clrIdx="0"/>
  <p:cmAuthor id="10" name="Zhanwei Xiao(CUC SRD2-HZ-FZ)" initials="Z" lastIdx="0" clrIdx="0"/>
  <p:cmAuthor id="11" name="陈丽" initials="陈" lastIdx="2" clrIdx="0"/>
  <p:cmAuthor id="12" name="於宝泉" initials="於" lastIdx="0" clrIdx="2"/>
  <p:cmAuthor id="13" name="yubaoquan" initials="y" lastIdx="1" clrIdx="4"/>
  <p:cmAuthor id="14" name="董耀辉" initials="董" lastIdx="1" clrIdx="12"/>
  <p:cmAuthor id="15" name="未知用户2" initials="未" lastIdx="27" clrIdx="1"/>
  <p:cmAuthor id="16" name="张建慧" initials="张" lastIdx="1" clrIdx="0"/>
  <p:cmAuthor id="17" name="陈喆" initials="陈" lastIdx="27" clrIdx="1"/>
  <p:cmAuthor id="18" name="Chen, Naikang A." initials="C" lastIdx="6" clrIdx="0"/>
  <p:cmAuthor id="19" name="song song" initials="s" lastIdx="1" clrIdx="0"/>
  <p:cmAuthor id="20" name="ting yue" initials="t" lastIdx="1" clrIdx="0"/>
  <p:cmAuthor id="21" name="李辉" initials="李" lastIdx="1" clrIdx="0"/>
  <p:cmAuthor id="22" name="Peter Pan" initials="P" lastIdx="1" clrIdx="0"/>
  <p:cmAuthor id="23" name="Norton" initials="N" lastIdx="1" clrIdx="1"/>
  <p:cmAuthor id="24" name="苏薇" initials="苏" lastIdx="2" clrIdx="3"/>
  <p:cmAuthor id="0" name="Mia Vida Villanueva" initials="MVV" lastIdx="1" clrIdx="0"/>
  <p:cmAuthor id="2" name="PPTer_Tang" initials="P" lastIdx="1" clrIdx="0"/>
  <p:cmAuthor id="153" name="未知用户23" initials="未" lastIdx="4" clrIdx="2"/>
  <p:cmAuthor id="155" name="未知用户28" initials="未" lastIdx="1" clrIdx="0"/>
  <p:cmAuthor id="157" name="冯雅洁" initials="冯" lastIdx="1" clrIdx="110"/>
  <p:cmAuthor id="158" name="大客户中心" initials="大" lastIdx="1" clrIdx="18"/>
  <p:cmAuthor id="159" name="未知用户16" initials="未" lastIdx="1" clrIdx="17"/>
  <p:cmAuthor id="161" name="未知用户17" initials="未" lastIdx="1" clrIdx="21"/>
  <p:cmAuthor id="162" name="岳文甲" initials="岳" lastIdx="1" clrIdx="1"/>
  <p:cmAuthor id="163" name="91huhang" initials="9" lastIdx="1" clrIdx="0"/>
  <p:cmAuthor id="164" name="Ju Dawei" initials="JD" lastIdx="1" clrIdx="134"/>
  <p:cmAuthor id="165" name="Ms" initials="M" lastIdx="1" clrIdx="0"/>
  <p:cmAuthor id="166" name="dell" initials="d" lastIdx="1" clrIdx="93"/>
  <p:cmAuthor id="25" name="肖凯" initials="肖" lastIdx="1" clrIdx="0"/>
  <p:cmAuthor id="26" name="Author" initials="A" lastIdx="1" clrIdx="0"/>
  <p:cmAuthor id="28" name="König Philipp" initials="K" lastIdx="0" clrIdx="1"/>
  <p:cmAuthor id="29" name="Karen L Yu" initials="K" lastIdx="5" clrIdx="2"/>
  <p:cmAuthor id="31" name="沙亚萍" initials="沙" lastIdx="1" clrIdx="30"/>
  <p:cmAuthor id="32" name="zyrstz" initials="z" lastIdx="11" clrIdx="11"/>
  <p:cmAuthor id="33" name="邹亮" initials="邹" lastIdx="1" clrIdx="32"/>
  <p:cmAuthor id="34" name="XMY" initials="X" lastIdx="1" clrIdx="18"/>
  <p:cmAuthor id="35" name="xmy" initials="x" lastIdx="4" clrIdx="19"/>
  <p:cmAuthor id="36" name="wum20" initials="w" lastIdx="1" clrIdx="7"/>
  <p:cmAuthor id="37" name="L470" initials="L" lastIdx="1" clrIdx="1"/>
  <p:cmAuthor id="38" name="未知用户3" initials="未" lastIdx="3" clrIdx="0"/>
  <p:cmAuthor id="39" name="武敏" initials="武" lastIdx="2" clrIdx="8"/>
  <p:cmAuthor id="40" name="ZYSR-XY" initials="Z" lastIdx="6" clrIdx="10"/>
  <p:cmAuthor id="41" name="刘颖" initials="刘" lastIdx="7" clrIdx="0"/>
  <p:cmAuthor id="42" name="未知用户18" initials="未" lastIdx="6" clrIdx="0"/>
  <p:cmAuthor id="44" name="曾阿婷" initials="曾" lastIdx="1" clrIdx="16"/>
  <p:cmAuthor id="46" name="李飞" initials="李飞" lastIdx="1" clrIdx="45"/>
  <p:cmAuthor id="48" name="45383746@qq.com" initials="4" lastIdx="1" clrIdx="1"/>
  <p:cmAuthor id="49" name="未知用户22" initials="未" lastIdx="1" clrIdx="0"/>
  <p:cmAuthor id="50" name="david bin" initials="d" lastIdx="3" clrIdx="0"/>
  <p:cmAuthor id="51" name="MLOONG" initials="M" lastIdx="1" clrIdx="0"/>
  <p:cmAuthor id="52" name="未知用户4" initials="未" lastIdx="6" clrIdx="0"/>
  <p:cmAuthor id="53" name="未知用户5" initials="未" lastIdx="2" clrIdx="0"/>
  <p:cmAuthor id="54" name="未知用户19" initials="未" lastIdx="2" clrIdx="3"/>
  <p:cmAuthor id="55" name="未知用户10" initials="未" lastIdx="1" clrIdx="4"/>
  <p:cmAuthor id="56" name="未知用户15" initials="未" lastIdx="27" clrIdx="1"/>
  <p:cmAuthor id="57" name="未知用户20" initials="未" lastIdx="1" clrIdx="0"/>
  <p:cmAuthor id="58" name="未知用户21" initials="未" lastIdx="1" clrIdx="0"/>
  <p:cmAuthor id="59" name=" " initials=" " lastIdx="1" clrIdx="16"/>
  <p:cmAuthor id="60" name="Liu Dong" initials="L" lastIdx="1" clrIdx="0"/>
  <p:cmAuthor id="61" name="Zhao Jing" initials="Z" lastIdx="1" clrIdx="2"/>
  <p:cmAuthor id="62" name="未知用户24" initials="未" lastIdx="1" clrIdx="12"/>
  <p:cmAuthor id="63" name="未知用户25" initials="未" lastIdx="1" clrIdx="0"/>
  <p:cmAuthor id="64" name="未知用户26" initials="未" lastIdx="1" clrIdx="0"/>
  <p:cmAuthor id="65" name="未知用户27" initials="未" lastIdx="2" clrIdx="2"/>
  <p:cmAuthor id="66" name="张金龙" initials="张" lastIdx="9" clrIdx="0"/>
  <p:cmAuthor id="67" name="祝惠蓉" initials="祝" lastIdx="3" clrIdx="8"/>
  <p:cmAuthor id="68" name="陈俊奕" initials="陈俊奕" lastIdx="1" clrIdx="20"/>
  <p:cmAuthor id="69" name="宋海锐" initials="宋" lastIdx="2" clrIdx="68"/>
  <p:cmAuthor id="70" name="张 明晖" initials="张" lastIdx="1" clrIdx="69"/>
  <p:cmAuthor id="71" name="xiaver xiaver" initials="xx" lastIdx="1" clrIdx="70"/>
  <p:cmAuthor id="72" name="王俊" initials="J" lastIdx="1" clrIdx="71"/>
  <p:cmAuthor id="73" name="刘 阳春" initials="刘" lastIdx="1" clrIdx="72"/>
  <p:cmAuthor id="74" name="王 公然" initials="王" lastIdx="1" clrIdx="73"/>
  <p:cmAuthor id="75" name="沈静" initials="沈" lastIdx="2" clrIdx="74"/>
  <p:cmAuthor id="76" name="Microsoft Office 用户" initials="M" lastIdx="1" clrIdx="6"/>
  <p:cmAuthor id="77" name="幺以谦" initials="幺" lastIdx="2" clrIdx="1"/>
  <p:cmAuthor id="78" name="妍 谢" initials="妍" lastIdx="2" clrIdx="70"/>
  <p:cmAuthor id="79" name="王童驭" initials="王" lastIdx="1" clrIdx="78"/>
  <p:cmAuthor id="80" name="未知用户33" initials="未" lastIdx="1" clrIdx="0"/>
  <p:cmAuthor id="81" name="Franca, Ryan {MDAO~Basel}" initials="F" lastIdx="6" clrIdx="6"/>
  <p:cmAuthor id="83" name="朱 明晔" initials="朱" lastIdx="1" clrIdx="20"/>
  <p:cmAuthor id="84" name="wengrs" initials="w" lastIdx="1" clrIdx="1"/>
  <p:cmAuthor id="85" name="未知用户13" initials="未" lastIdx="1" clrIdx="0"/>
  <p:cmAuthor id="86" name="郭欣萍" initials="郭" lastIdx="4" clrIdx="3"/>
  <p:cmAuthor id="87" name="徐 宁" initials="徐" lastIdx="1" clrIdx="0"/>
  <p:cmAuthor id="88" name="QBOSSCHEN" initials="Q" lastIdx="1" clrIdx="0"/>
  <p:cmAuthor id="89" name="YANQING BAO" initials="Y" lastIdx="3" clrIdx="0"/>
  <p:cmAuthor id="90" name="ozg106" initials="o" lastIdx="1" clrIdx="92"/>
  <p:cmAuthor id="91" name="Roet-Reinking, Nathalie" initials="R" lastIdx="1" clrIdx="0"/>
  <p:cmAuthor id="92" name="hauk guan" initials="h" lastIdx="7" clrIdx="2"/>
  <p:cmAuthor id="93" name="Ray" initials="R" lastIdx="0" clrIdx="0"/>
  <p:cmAuthor id="94" name="sunyiqun2016@163.com" initials="s" lastIdx="1" clrIdx="20"/>
  <p:cmAuthor id="98" name="Calvin G" initials="C" lastIdx="1" clrIdx="0"/>
  <p:cmAuthor id="99" name="苗茜" initials="苗" lastIdx="1" clrIdx="8"/>
  <p:cmAuthor id="100" name="MC SYSTEM" initials="M" lastIdx="2" clrIdx="0"/>
  <p:cmAuthor id="101" name="spring_ren" initials="s" lastIdx="2" clrIdx="1"/>
  <p:cmAuthor id="103" name="唐思源" initials="唐" lastIdx="1" clrIdx="0"/>
  <p:cmAuthor id="104" name="李璐---寿险总公司营销管理部" initials="李" lastIdx="0" clrIdx="0"/>
  <p:cmAuthor id="105" name="xuqing" initials="x" lastIdx="4" clrIdx="0"/>
  <p:cmAuthor id="106" name="王顶" initials="王" lastIdx="1" clrIdx="0"/>
  <p:cmAuthor id="107" name="minty minty" initials="m" lastIdx="1" clrIdx="0"/>
  <p:cmAuthor id="108" name="松 李" initials="松" lastIdx="1" clrIdx="4"/>
  <p:cmAuthor id="109" name="CHEN LONG" initials="C" lastIdx="1" clrIdx="21"/>
  <p:cmAuthor id="110" name="彬 罗" initials="彬" lastIdx="1" clrIdx="1"/>
  <p:cmAuthor id="111" name="PC" initials="P" lastIdx="1" clrIdx="0"/>
  <p:cmAuthor id="112" name="罗彬" initials="罗" lastIdx="1" clrIdx="0"/>
  <p:cmAuthor id="113" name="刘盛潮" initials="刘" lastIdx="8" clrIdx="0"/>
  <p:cmAuthor id="114" name="1 mac" initials="1" lastIdx="1" clrIdx="0"/>
  <p:cmAuthor id="115" name="宋昆" initials="宋" lastIdx="0" clrIdx="0"/>
  <p:cmAuthor id="116" name="Jinyi" initials="J" lastIdx="42" clrIdx="2"/>
  <p:cmAuthor id="117" name="江涛 李" initials="江" lastIdx="2" clrIdx="0"/>
  <p:cmAuthor id="118" name="杨国" initials="杨" lastIdx="3" clrIdx="0"/>
  <p:cmAuthor id="119" name="Microsoft 帐户" initials="M" lastIdx="1" clrIdx="0"/>
  <p:cmAuthor id="120" name="diana.cheng" initials="d" lastIdx="1" clrIdx="1"/>
  <p:cmAuthor id="121" name="黄欣悦" initials="黄" lastIdx="7" clrIdx="2"/>
  <p:cmAuthor id="122" name="Zhou, Jane Ye" initials="Z" lastIdx="1" clrIdx="3"/>
  <p:cmAuthor id="123" name="番茄花园" initials="番" lastIdx="4" clrIdx="0"/>
  <p:cmAuthor id="124" name="Doris Tan" initials="D" lastIdx="1" clrIdx="0"/>
  <p:cmAuthor id="125" name="Joy HL Sang" initials="J" lastIdx="4" clrIdx="2"/>
  <p:cmAuthor id="126" name="Zhou, Joey (IBD)" initials="Z" lastIdx="1" clrIdx="8"/>
  <p:cmAuthor id="127" name="孙运海" initials="孙" lastIdx="1" clrIdx="29"/>
  <p:cmAuthor id="128" name="W Nic" initials="W" lastIdx="1" clrIdx="0"/>
  <p:cmAuthor id="129" name="Q Q" initials="Q" lastIdx="1" clrIdx="3"/>
  <p:cmAuthor id="130" name="柳 先涛" initials="柳" lastIdx="8" clrIdx="0"/>
  <p:cmAuthor id="133" name="Elfie" initials="E" lastIdx="1" clrIdx="0"/>
  <p:cmAuthor id="134" name="团的 X奶爸" initials="团的" lastIdx="1" clrIdx="124"/>
  <p:cmAuthor id="135" name="王梦君" initials="王" lastIdx="2" clrIdx="134"/>
  <p:cmAuthor id="136" name="周灿灿" initials="周" lastIdx="1" clrIdx="135"/>
  <p:cmAuthor id="137" name="刘欣" initials="刘" lastIdx="1" clrIdx="139"/>
  <p:cmAuthor id="139" name="黄 海腾" initials="黄" lastIdx="1" clrIdx="134"/>
  <p:cmAuthor id="140" name="86138" initials="8" lastIdx="1" clrIdx="139"/>
  <p:cmAuthor id="141" name="67556" initials="6" lastIdx="2" clrIdx="140"/>
  <p:cmAuthor id="142" name="zq" initials="z" lastIdx="1" clrIdx="141"/>
  <p:cmAuthor id="145" name="s ly" initials="sl" lastIdx="1" clrIdx="105"/>
  <p:cmAuthor id="82" name="Tao, Sherry Sitong" initials="T" lastIdx="1" clrIdx="14"/>
  <p:cmAuthor id="96" name="冯智强" initials="冯" lastIdx="2" clrIdx="14"/>
  <p:cmAuthor id="138" name="杨伟沧" initials="杨" lastIdx="1" clrIdx="137"/>
  <p:cmAuthor id="131" name="wh359" initials="w" lastIdx="1" clrIdx="130"/>
  <p:cmAuthor id="132" name="庞尔慧" initials="庞" lastIdx="91" clrIdx="12"/>
  <p:cmAuthor id="150" name="未知用户6" initials="未" lastIdx="1" clrIdx="0"/>
  <p:cmAuthor id="151" name="340021705@qq.com" initials="3" lastIdx="1" clrIdx="124"/>
  <p:cmAuthor id="95" name="Microsoft" initials="M" lastIdx="1" clrIdx="0"/>
  <p:cmAuthor id="152" name="沛斯 钟" initials="沛" lastIdx="1" clrIdx="2"/>
  <p:cmAuthor id="168" name="ydx2003new@163.com" initials="y" lastIdx="1" clrIdx="0"/>
  <p:cmAuthor id="169" name="肖 雷" initials="肖" lastIdx="1" clrIdx="0"/>
  <p:cmAuthor id="170" name="gongxuan" initials="g" lastIdx="1" clrIdx="0"/>
  <p:cmAuthor id="172" name="zhuqy3" initials="z" lastIdx="1" clrIdx="0"/>
  <p:cmAuthor id="173" name="雷庭" initials="雷" lastIdx="8" clrIdx="0"/>
  <p:cmAuthor id="174" name="f n" initials="fn" lastIdx="1" clrIdx="35"/>
  <p:cmAuthor id="144" name="hy-tkyl" initials="h" lastIdx="2" clrIdx="0"/>
  <p:cmAuthor id="149" name="clic" initials="c" lastIdx="0" clrIdx="0"/>
  <p:cmAuthor id="167" name="YC" initials="Y" lastIdx="1" clrIdx="134"/>
  <p:cmAuthor id="147" name="黄海腾" initials="黄" lastIdx="1" clrIdx="146"/>
  <p:cmAuthor id="148" name="唐艳轩" initials="唐" lastIdx="3" clrIdx="147"/>
  <p:cmAuthor id="143" name="李旭" initials="李" lastIdx="53" clrIdx="142"/>
  <p:cmAuthor id="156" name="未知用户30" initials="未知用户30" lastIdx="0" clrIdx="0"/>
  <p:cmAuthor id="160" name="总公司培训部" initials="总" lastIdx="3" clrIdx="9"/>
  <p:cmAuthor id="171" name="未知用户47" initials="未" lastIdx="1" clrIdx="0"/>
  <p:cmAuthor id="175" name="cuizijin01" initials="c" lastIdx="6" clrIdx="2"/>
  <p:cmAuthor id="176" name="梁潇-lhq" initials="梁" lastIdx="1" clrIdx="0"/>
  <p:cmAuthor id="178" name="未知用户52" initials="未" lastIdx="0" clrIdx="1"/>
  <p:cmAuthor id="179" name="未知用户85" initials="未" lastIdx="1" clrIdx="0"/>
  <p:cmAuthor id="180" name="未知用户86" initials="未" lastIdx="1" clrIdx="0"/>
  <p:cmAuthor id="183" name="songchunhua" initials="s" lastIdx="0" clrIdx="0"/>
  <p:cmAuthor id="184" name="宋春华" initials="宋" lastIdx="12" clrIdx="1"/>
  <p:cmAuthor id="185" name="lixiaosong" initials="l" lastIdx="0" clrIdx="2"/>
  <p:cmAuthor id="186" name="未知用户78" initials="未" lastIdx="1" clrIdx="0"/>
  <p:cmAuthor id="188" name="pangyt" initials="p" lastIdx="1" clrIdx="0"/>
  <p:cmAuthor id="189" name="马妍" initials="马" lastIdx="1" clrIdx="0"/>
  <p:cmAuthor id="190" name="yanqiqi-lgd" initials="y" lastIdx="2" clrIdx="5"/>
  <p:cmAuthor id="192" name="LiWei" initials="L" lastIdx="1" clrIdx="0"/>
  <p:cmAuthor id="193" name="方朝军/产品推动室/产品开发推广部/总公司" initials="方" lastIdx="2" clrIdx="0"/>
  <p:cmAuthor id="197" name="temp" initials="t" lastIdx="2" clrIdx="0"/>
  <p:cmAuthor id="209" name="ZhangYu" initials="Z" lastIdx="1" clrIdx="0"/>
  <p:cmAuthor id="146" name="未知用户96" initials="未" lastIdx="1" clrIdx="0"/>
  <p:cmAuthor id="413" name="过 去" initials="过" lastIdx="1" clrIdx="0"/>
  <p:cmAuthor id="414" name="ChinaUser" initials="C" lastIdx="1" clrIdx="0"/>
  <p:cmAuthor id="415" name="miaott" initials="m" lastIdx="0" clrIdx="195"/>
  <p:cmAuthor id="49837067" name="刘浩" initials="刘" lastIdx="180431" clrIdx="0"/>
  <p:cmAuthor id="49837068" name="Vivian Liu" initials="VL" lastIdx="1" clrIdx="1"/>
  <p:cmAuthor id="49837069" name="Linjing" initials="L" lastIdx="2" clrIdx="95"/>
  <p:cmAuthor id="49837070" name="樊 现静" initials="樊" lastIdx="1" clrIdx="144"/>
  <p:cmAuthor id="420" name="未知用户76" initials="未" lastIdx="1" clrIdx="0"/>
  <p:cmAuthor id="429" name="xy_te" initials="x" lastIdx="1" clrIdx="428"/>
  <p:cmAuthor id="460" name="David Morgan (HI)" initials="D" lastIdx="17" clrIdx="11"/>
  <p:cmAuthor id="461" name="linkplus" initials="l" lastIdx="1" clrIdx="0"/>
  <p:cmAuthor id="465" name="橙子" initials="橙" lastIdx="2" clrIdx="1"/>
  <p:cmAuthor id="466" name="未知用户118" initials="未" lastIdx="1" clrIdx="0"/>
  <p:cmAuthor id="470" name="未知用户119" initials="未" lastIdx="0" clrIdx="0"/>
  <p:cmAuthor id="471" name="未知用户120" initials="未" lastIdx="1" clrIdx="1"/>
  <p:cmAuthor id="472" name="alen" initials="a" lastIdx="2" clrIdx="0"/>
  <p:cmAuthor id="473" name="未知用户121" initials="未" lastIdx="8" clrIdx="0"/>
  <p:cmAuthor id="474" name="未知用户122" initials="未" lastIdx="0" clrIdx="0"/>
  <p:cmAuthor id="475" name="未知用户123" initials="未" lastIdx="1" clrIdx="0"/>
  <p:cmAuthor id="476" name="未知用户124" initials="未" lastIdx="9" clrIdx="0"/>
  <p:cmAuthor id="477" name="未知用户125" initials="未" lastIdx="2" clrIdx="0"/>
  <p:cmAuthor id="478" name="未知用户126" initials="未" lastIdx="1" clrIdx="0"/>
  <p:cmAuthor id="479" name="未知用户127" initials="未" lastIdx="1" clrIdx="0"/>
  <p:cmAuthor id="480" name="未知用户128" initials="未" lastIdx="1" clrIdx="0"/>
  <p:cmAuthor id="481" name="未知用户129" initials="未" lastIdx="0" clrIdx="8"/>
  <p:cmAuthor id="482" name="未知用户130" initials="未" lastIdx="1" clrIdx="0"/>
  <p:cmAuthor id="483" name="未知用户131" initials="未" lastIdx="10" clrIdx="0"/>
  <p:cmAuthor id="484" name="未知用户132" initials="未" lastIdx="1" clrIdx="0"/>
  <p:cmAuthor id="485" name="未知用户133" initials="未" lastIdx="2" clrIdx="0"/>
  <p:cmAuthor id="486" name="未知用户134" initials="未" lastIdx="1" clrIdx="0"/>
  <p:cmAuthor id="487" name="未知用户135" initials="未" lastIdx="0" clrIdx="0"/>
  <p:cmAuthor id="488" name="未知用户136" initials="未" lastIdx="1" clrIdx="0"/>
  <p:cmAuthor id="489" name="未知用户137" initials="未" lastIdx="0" clrIdx="0"/>
  <p:cmAuthor id="493" name="未知用户138" initials="未" lastIdx="7" clrIdx="0"/>
  <p:cmAuthor id="496" name="未知用户141" initials="未" lastIdx="0" clrIdx="0"/>
  <p:cmAuthor id="497" name="未知用户142" initials="未" lastIdx="0" clrIdx="1"/>
  <p:cmAuthor id="500" name="未知用户143" initials="未" lastIdx="1" clrIdx="0"/>
  <p:cmAuthor id="502" name="未知用户144" initials="未" lastIdx="1" clrIdx="0"/>
  <p:cmAuthor id="503" name="未知用户145" initials="未" lastIdx="2" clrIdx="0"/>
  <p:cmAuthor id="507" name="未知用户114" initials="未" lastIdx="1" clrIdx="0"/>
  <p:cmAuthor id="508" name="未知用户115" initials="未" lastIdx="0" clrIdx="1"/>
  <p:cmAuthor id="509" name="未知用户116" initials="未" lastIdx="1" clrIdx="0"/>
  <p:cmAuthor id="510" name="未知用户117" initials="未" lastIdx="0" clrIdx="0"/>
  <p:cmAuthor id="511" name="未知用户139" initials="未" lastIdx="0" clrIdx="0"/>
  <p:cmAuthor id="512" name="加 林" initials="加" lastIdx="1" clrIdx="0"/>
  <p:cmAuthor id="514" name="熘?" initials="熘" lastIdx="1" clrIdx="0"/>
  <p:cmAuthor id="517" name="王 一鸣" initials="王" lastIdx="1" clrIdx="0"/>
  <p:cmAuthor id="520" name="Well Li" initials="W" lastIdx="1" clrIdx="0"/>
  <p:cmAuthor id="521" name="任俊宣" initials="任" lastIdx="1" clrIdx="6"/>
  <p:cmAuthor id="522" name="未知用户188" initials="未" lastIdx="1" clrIdx="0"/>
  <p:cmAuthor id="523" name="未知用户189" initials="未" lastIdx="1" clrIdx="0"/>
  <p:cmAuthor id="524" name="未知用户165" initials="未" lastIdx="1" clrIdx="0"/>
  <p:cmAuthor id="525" name="未知用户166" initials="未" lastIdx="1" clrIdx="0"/>
  <p:cmAuthor id="526" name="未知用户167" initials="未" lastIdx="1" clrIdx="0"/>
  <p:cmAuthor id="527" name="未知用户168" initials="未" lastIdx="0" clrIdx="8"/>
  <p:cmAuthor id="528" name="未知用户169" initials="未" lastIdx="1" clrIdx="0"/>
  <p:cmAuthor id="529" name="未知用户170" initials="未" lastIdx="10" clrIdx="0"/>
  <p:cmAuthor id="530" name="未知用户171" initials="未" lastIdx="1" clrIdx="0"/>
  <p:cmAuthor id="531" name="未知用户172" initials="未" lastIdx="2" clrIdx="0"/>
  <p:cmAuthor id="532" name="未知用户173" initials="未" lastIdx="1" clrIdx="0"/>
  <p:cmAuthor id="533" name="未知用户174" initials="未" lastIdx="0" clrIdx="0"/>
  <p:cmAuthor id="534" name="未知用户175" initials="未" lastIdx="1" clrIdx="0"/>
  <p:cmAuthor id="535" name="未知用户176" initials="未" lastIdx="0" clrIdx="0"/>
  <p:cmAuthor id="536" name="未知用户198" initials="未" lastIdx="0" clrIdx="0"/>
  <p:cmAuthor id="537" name="未知用户150" initials="未" lastIdx="1" clrIdx="0"/>
  <p:cmAuthor id="538" name="未知用户220" initials="未" lastIdx="1" clrIdx="0"/>
  <p:cmAuthor id="539" name="未知用户221" initials="未" lastIdx="1" clrIdx="0"/>
  <p:cmAuthor id="540" name="未知用户199" initials="未" lastIdx="0" clrIdx="1"/>
  <p:cmAuthor id="541" name="未知用户200" initials="未" lastIdx="2" clrIdx="0"/>
  <p:cmAuthor id="542" name="未知用户201" initials="未" lastIdx="11" clrIdx="1"/>
  <p:cmAuthor id="543" name="未知用户214" initials="未" lastIdx="1" clrIdx="0"/>
  <p:cmAuthor id="544" name="未知用户216" initials="未" lastIdx="1" clrIdx="0"/>
  <p:cmAuthor id="545" name="未知用户202" initials="未" lastIdx="2" clrIdx="0"/>
  <p:cmAuthor id="546" name="未知用户203" initials="未" lastIdx="15" clrIdx="0"/>
  <p:cmAuthor id="547" name="未知用户204" initials="未" lastIdx="1" clrIdx="0"/>
  <p:cmAuthor id="548" name="未知用户205" initials="未" lastIdx="7" clrIdx="0"/>
  <p:cmAuthor id="549" name="未知用户206" initials="未" lastIdx="1" clrIdx="0"/>
  <p:cmAuthor id="550" name="未知用户207" initials="未" lastIdx="1" clrIdx="0"/>
  <p:cmAuthor id="551" name="未知用户208" initials="未" lastIdx="1" clrIdx="0"/>
  <p:cmAuthor id="552" name="未知用户209" initials="未" lastIdx="2" clrIdx="0"/>
  <p:cmAuthor id="553" name="未知用户210" initials="未" lastIdx="0" clrIdx="0"/>
  <p:cmAuthor id="554" name="未知用户213" initials="未" lastIdx="1" clrIdx="2"/>
  <p:cmAuthor id="555" name="未知用户211" initials="未" lastIdx="1" clrIdx="0"/>
  <p:cmAuthor id="556" name="未知用户68" initials="未" lastIdx="1" clrIdx="0"/>
  <p:cmAuthor id="557" name="?定义" initials="?" lastIdx="2" clrIdx="0"/>
  <p:cmAuthor id="561" name="sxp" initials="s" lastIdx="1" clrIdx="2"/>
  <p:cmAuthor id="563" name="allan" initials="a" lastIdx="1" clrIdx="0"/>
  <p:cmAuthor id="181" name="jiansheng li" initials="j" lastIdx="0" clrIdx="0"/>
  <p:cmAuthor id="182" name="b1487" initials="b" lastIdx="1" clrIdx="0"/>
  <p:cmAuthor id="194" name="chen wenhao" initials="c" lastIdx="0" clrIdx="1"/>
  <p:cmAuthor id="196" name="M7100z-win7" initials="M" lastIdx="1" clrIdx="6"/>
  <p:cmAuthor id="198" name="Kingsoft" initials="K" lastIdx="2" clrIdx="0"/>
  <p:cmAuthor id="200" name="LENOVO" initials="L" lastIdx="1" clrIdx="0"/>
  <p:cmAuthor id="201" name="聂潇丽" initials="聂" lastIdx="1" clrIdx="0"/>
  <p:cmAuthor id="203" name="张林林" initials="张" lastIdx="1" clrIdx="0"/>
  <p:cmAuthor id="205" name="李娟" initials="李" lastIdx="7" clrIdx="0"/>
  <p:cmAuthor id="206" name="hp" initials="h" lastIdx="1" clrIdx="0"/>
  <p:cmAuthor id="207" name="xiong" initials="x" lastIdx="1" clrIdx="0"/>
  <p:cmAuthor id="212" name="袁缘" initials="袁" lastIdx="0" clrIdx="0"/>
  <p:cmAuthor id="214" name="崔冶鸣（内蒙古英才管培生）" initials="崔" lastIdx="1" clrIdx="0"/>
  <p:cmAuthor id="215" name="万户网络" initials="万" lastIdx="1" clrIdx="0"/>
  <p:cmAuthor id="216" name="陈静雯" initials="陈" lastIdx="2" clrIdx="0"/>
  <p:cmAuthor id="218" name="星辰" initials="星" lastIdx="1" clrIdx="217"/>
  <p:cmAuthor id="220" name="韩冰" initials="韩" lastIdx="4" clrIdx="0"/>
  <p:cmAuthor id="221" name="陈容慧" initials="陈" lastIdx="1" clrIdx="0"/>
  <p:cmAuthor id="222" name="gw" initials="g" lastIdx="1" clrIdx="221"/>
  <p:cmAuthor id="224" name="郭禹希" initials="郭" lastIdx="3" clrIdx="0"/>
  <p:cmAuthor id="225" name="YZB" initials="Y" lastIdx="1" clrIdx="15"/>
  <p:cmAuthor id="226" name="yiwei zhu" initials="y" lastIdx="14" clrIdx="0"/>
  <p:cmAuthor id="227" name="吕震" initials="吕" lastIdx="6" clrIdx="0"/>
  <p:cmAuthor id="228" name="吴岩" initials="吴" lastIdx="1" clrIdx="0"/>
  <p:cmAuthor id="229" name="个险部" initials="个" lastIdx="1" clrIdx="228"/>
  <p:cmAuthor id="231" name="apple" initials="a" lastIdx="1" clrIdx="0"/>
  <p:cmAuthor id="232" name="Lenovo User" initials="L" lastIdx="1" clrIdx="0"/>
  <p:cmAuthor id="233" name="Judith" initials="J" lastIdx="1" clrIdx="0"/>
  <p:cmAuthor id="234" name="asuse" initials="a" lastIdx="1" clrIdx="0"/>
  <p:cmAuthor id="235" name="xt256.com" initials="x" lastIdx="1" clrIdx="0"/>
  <p:cmAuthor id="238" name="幸全" initials="幸" lastIdx="1" clrIdx="0"/>
  <p:cmAuthor id="239" name="袨?嗴?傤?" initials="袨" lastIdx="0" clrIdx="0"/>
  <p:cmAuthor id="240" name="2819264246@qq.com" initials="2" lastIdx="1" clrIdx="22"/>
  <p:cmAuthor id="241" name="李增增" initials="李" lastIdx="1" clrIdx="2"/>
  <p:cmAuthor id="243" name="Poseidon" initials="P" lastIdx="1" clrIdx="0"/>
  <p:cmAuthor id="246" name="鱼 飞" initials="鱼" lastIdx="2" clrIdx="0"/>
  <p:cmAuthor id="247" name="sdlife" initials="s" lastIdx="3" clrIdx="1"/>
  <p:cmAuthor id="248" name="李 斌" initials="李" lastIdx="2" clrIdx="2"/>
  <p:cmAuthor id="249" name="李昕玫" initials="李" lastIdx="1" clrIdx="0"/>
  <p:cmAuthor id="250" name="lianxing liao" initials="l" lastIdx="1" clrIdx="0"/>
  <p:cmAuthor id="252" name="刘思" initials="刘" lastIdx="13" clrIdx="0"/>
  <p:cmAuthor id="253" name="董晔" initials="董" lastIdx="9" clrIdx="0"/>
  <p:cmAuthor id="254" name="周涛" initials="周" lastIdx="1" clrIdx="0"/>
  <p:cmAuthor id="257" name="张洲萌" initials="张" lastIdx="1" clrIdx="23"/>
  <p:cmAuthor id="258" name="Temp" initials="T" lastIdx="0" clrIdx="0"/>
  <p:cmAuthor id="259" name="翟宏帅" initials="翟" lastIdx="1" clrIdx="0"/>
  <p:cmAuthor id="260" name="朱雪松" initials="朱" lastIdx="2" clrIdx="2"/>
  <p:cmAuthor id="262" name="zhang ju" initials="z" lastIdx="1" clrIdx="0"/>
  <p:cmAuthor id="263" name="xuhaoyu" initials="x" lastIdx="1" clrIdx="1"/>
  <p:cmAuthor id="264" name="史璐瑶" initials="史" lastIdx="1" clrIdx="23"/>
  <p:cmAuthor id="266" name="志国 刘" initials="志" lastIdx="1" clrIdx="0"/>
  <p:cmAuthor id="268" name="中国人寿曲阜公司个险部" initials="中" lastIdx="1" clrIdx="17"/>
  <p:cmAuthor id="269" name="JXGXB" initials="J" lastIdx="1" clrIdx="142"/>
  <p:cmAuthor id="270" name="陈林" initials="陈" lastIdx="1" clrIdx="0"/>
  <p:cmAuthor id="272" name="张梦莞" initials="张" lastIdx="1" clrIdx="27"/>
  <p:cmAuthor id="273" name="可臣 王" initials="可" lastIdx="2" clrIdx="0"/>
  <p:cmAuthor id="274" name="qqqqq" initials="q" lastIdx="2" clrIdx="0"/>
  <p:cmAuthor id="275" name="821375975@qq.com" initials="8" lastIdx="1" clrIdx="23"/>
  <p:cmAuthor id="278" name="chen" initials="c" lastIdx="1" clrIdx="0"/>
  <p:cmAuthor id="279" name="bb_1" initials="b" lastIdx="2" clrIdx="0"/>
  <p:cmAuthor id="280" name="86139" initials="8" lastIdx="1" clrIdx="0"/>
  <p:cmAuthor id="281" name="朴鹏-lhq" initials="朴" lastIdx="0" clrIdx="18"/>
  <p:cmAuthor id="282" name="吕 阔" initials="吕" lastIdx="1" clrIdx="22"/>
  <p:cmAuthor id="285" name="lixun" initials="l" lastIdx="0" clrIdx="16"/>
  <p:cmAuthor id="286" name="Isabella" initials="I" lastIdx="4" clrIdx="4"/>
  <p:cmAuthor id="287" name="KK Yoda" initials="K" lastIdx="1" clrIdx="10"/>
  <p:cmAuthor id="289" name="未知用户148" initials="未" lastIdx="1" clrIdx="0"/>
  <p:cmAuthor id="290" name="未知用户163" initials="未" lastIdx="1" clrIdx="0"/>
  <p:cmAuthor id="291" name="未知用户151" initials="未" lastIdx="0" clrIdx="1"/>
  <p:cmAuthor id="292" name="未知用户152" initials="未" lastIdx="3" clrIdx="0"/>
  <p:cmAuthor id="293" name="未知用户164" initials="未" lastIdx="0" clrIdx="1"/>
  <p:cmAuthor id="294" name="未知用户153" initials="未" lastIdx="2" clrIdx="0"/>
  <p:cmAuthor id="295" name="未知用户154" initials="未" lastIdx="1" clrIdx="0"/>
  <p:cmAuthor id="296" name="未知用户155" initials="未" lastIdx="2" clrIdx="0"/>
  <p:cmAuthor id="297" name="未知用户156" initials="未" lastIdx="15" clrIdx="0"/>
  <p:cmAuthor id="298" name="未知用户157" initials="未" lastIdx="1" clrIdx="0"/>
  <p:cmAuthor id="299" name="未知用户158" initials="未" lastIdx="7" clrIdx="0"/>
  <p:cmAuthor id="300" name="未知用户159" initials="未" lastIdx="1" clrIdx="0"/>
  <p:cmAuthor id="301" name="未知用户160" initials="未" lastIdx="1" clrIdx="0"/>
  <p:cmAuthor id="302" name="未知用户161" initials="未" lastIdx="1" clrIdx="0"/>
  <p:cmAuthor id="303" name="未知用户162" initials="未" lastIdx="2" clrIdx="0"/>
  <p:cmAuthor id="304" name="未知用户149" initials="未" lastIdx="0" clrIdx="0"/>
  <p:cmAuthor id="305" name="未知用户146" initials="未" lastIdx="1" clrIdx="21"/>
  <p:cmAuthor id="306" name="未知用户147" initials="未" lastIdx="1" clrIdx="0"/>
  <p:cmAuthor id="307" name="zhao wei" initials="z" lastIdx="1" clrIdx="4"/>
  <p:cmAuthor id="308" name="tkyan" initials="t" lastIdx="1" clrIdx="16"/>
  <p:cmAuthor id="310" name="刘仕俭" initials="刘" lastIdx="1" clrIdx="0"/>
  <p:cmAuthor id="311" name="Changing Zhuang" initials="C" lastIdx="1" clrIdx="1"/>
  <p:cmAuthor id="312" name="未知用户177" initials="未" lastIdx="7" clrIdx="0"/>
  <p:cmAuthor id="313" name="未知用户178" initials="未" lastIdx="7" clrIdx="0"/>
  <p:cmAuthor id="314" name="未知用户179" initials="未" lastIdx="1" clrIdx="0"/>
  <p:cmAuthor id="315" name="未知用户180" initials="未" lastIdx="0" clrIdx="0"/>
  <p:cmAuthor id="316" name="未知用户181" initials="未" lastIdx="0" clrIdx="1"/>
  <p:cmAuthor id="317" name="未知用户182" initials="未" lastIdx="1" clrIdx="0"/>
  <p:cmAuthor id="318" name="未知用户183" initials="未" lastIdx="1" clrIdx="0"/>
  <p:cmAuthor id="319" name="未知用户184" initials="未" lastIdx="2" clrIdx="0"/>
  <p:cmAuthor id="320" name="未知用户187" initials="未" lastIdx="0" clrIdx="0"/>
  <p:cmAuthor id="321" name="未知用户185" initials="未" lastIdx="1" clrIdx="21"/>
  <p:cmAuthor id="322" name="未知用户186" initials="未" lastIdx="1" clrIdx="0"/>
  <p:cmAuthor id="323" name="哒哒 熊猫" initials="哒" lastIdx="1" clrIdx="0"/>
  <p:cmAuthor id="324" name="Yun-Ting Tseng" initials="Y" lastIdx="7" clrIdx="0"/>
  <p:cmAuthor id="325" name="Miss 豆" initials="M" lastIdx="0" clrIdx="0"/>
  <p:cmAuthor id="326" name="G" initials="G" lastIdx="1" clrIdx="22"/>
  <p:cmAuthor id="327" name="我" initials="我" lastIdx="1" clrIdx="32"/>
  <p:cmAuthor id="328" name="??" initials="?" lastIdx="1" clrIdx="0"/>
  <p:cmAuthor id="330" name="未知用户108" initials="未" lastIdx="1" clrIdx="0"/>
  <p:cmAuthor id="331" name="未知用户72" initials="未" lastIdx="2" clrIdx="0"/>
  <p:cmAuthor id="332" name="未知用户73" initials="未" lastIdx="1" clrIdx="0"/>
  <p:cmAuthor id="334" name="未知用户110" initials="未" lastIdx="14" clrIdx="0"/>
  <p:cmAuthor id="335" name="未知用户77" initials="未" lastIdx="2" clrIdx="0"/>
  <p:cmAuthor id="336" name="未知用户65" initials="未" lastIdx="1" clrIdx="0"/>
  <p:cmAuthor id="337" name="方方" initials="方" lastIdx="1" clrIdx="0"/>
  <p:cmAuthor id="338" name="百里 长青" initials="百" lastIdx="1" clrIdx="0"/>
  <p:cmAuthor id="747" name="wenle369@sina.com" initials="w" lastIdx="1" clrIdx="0"/>
  <p:cmAuthor id="340" name="zhaoby01" initials="z" lastIdx="2" clrIdx="6"/>
  <p:cmAuthor id="341" name="Lydia" initials="L" lastIdx="1" clrIdx="0"/>
  <p:cmAuthor id="344" name="dingenshi" initials="d" lastIdx="1" clrIdx="0"/>
  <p:cmAuthor id="345" name="cpic" initials="c" lastIdx="0" clrIdx="0"/>
  <p:cmAuthor id="755" name="未知用户418" initials="未" lastIdx="1" clrIdx="0"/>
  <p:cmAuthor id="346" name="谷雨" initials="谷" lastIdx="1" clrIdx="0"/>
  <p:cmAuthor id="756" name="未知用户271" initials="未" lastIdx="1" clrIdx="0"/>
  <p:cmAuthor id="347" name="taowei" initials="t" lastIdx="1" clrIdx="0"/>
  <p:cmAuthor id="349" name="Dizzy" initials="D" lastIdx="3" clrIdx="0"/>
  <p:cmAuthor id="350" name="倚海听风" initials="倚" lastIdx="1" clrIdx="21"/>
  <p:cmAuthor id="352" name="孙璐璐" initials="孙" lastIdx="1" clrIdx="0"/>
  <p:cmAuthor id="353" name="1003776019@qq.com" initials="1" lastIdx="1" clrIdx="33"/>
  <p:cmAuthor id="357" name="刘风香" initials="刘" lastIdx="5" clrIdx="20"/>
  <p:cmAuthor id="359" name="王 金谦" initials="王" lastIdx="2" clrIdx="21"/>
  <p:cmAuthor id="363" name="Daniel Clyde (HI)" initials="D" lastIdx="24" clrIdx="0"/>
  <p:cmAuthor id="364" name="anni" initials="a" lastIdx="1" clrIdx="0"/>
  <p:cmAuthor id="2000" name="张静_QZZvv2Aj" initials="authorId_625078060" lastIdx="1658295" clrIdx="95"/>
  <p:cmAuthor id="370" name="YUN Jiayue" initials="Y" lastIdx="9" clrIdx="0"/>
  <p:cmAuthor id="371" name="谢 小小" initials="谢" lastIdx="1" clrIdx="0"/>
  <p:cmAuthor id="372" name="武立强" initials="武" lastIdx="1" clrIdx="0"/>
  <p:cmAuthor id="373" name="Yoda KK" initials="Y" lastIdx="1" clrIdx="10"/>
  <p:cmAuthor id="374" name="ZYM" initials="Z" lastIdx="0" clrIdx="18"/>
  <p:cmAuthor id="375" name="邓鹏君" initials="邓" lastIdx="1" clrIdx="0"/>
  <p:cmAuthor id="376" name="hpguan" initials="h" lastIdx="27" clrIdx="0"/>
  <p:cmAuthor id="377" name="甘源" initials="甘" lastIdx="4" clrIdx="0"/>
  <p:cmAuthor id="378" name="fengyuan03" initials="f" lastIdx="11" clrIdx="1"/>
  <p:cmAuthor id="379" name="何富军" initials="何" lastIdx="1" clrIdx="0"/>
  <p:cmAuthor id="380" name="闫秀丽" initials="闫" lastIdx="0" clrIdx="0"/>
  <p:cmAuthor id="381" name="fafa" initials="f" lastIdx="2" clrIdx="1"/>
  <p:cmAuthor id="382" name="古二蛋" initials="古" lastIdx="1" clrIdx="2"/>
  <p:cmAuthor id="383" name="qatr130" initials="q" lastIdx="1" clrIdx="0"/>
  <p:cmAuthor id="384" name="xusha" initials="x" lastIdx="1" clrIdx="2"/>
  <p:cmAuthor id="385" name="phoenixdhz" initials="p" lastIdx="11" clrIdx="0"/>
  <p:cmAuthor id="387" name="王源" initials="王" lastIdx="2" clrIdx="1"/>
  <p:cmAuthor id="388" name="wanghao31" initials="w" lastIdx="2" clrIdx="0"/>
  <p:cmAuthor id="389" name="李 东科" initials="李" lastIdx="1" clrIdx="35"/>
  <p:cmAuthor id="395" name="袁正海" initials="袁" lastIdx="1" clrIdx="0"/>
  <p:cmAuthor id="401" name="未知用户84" initials="未" lastIdx="1" clrIdx="0"/>
  <p:cmAuthor id="402" name="think" initials="t" lastIdx="1" clrIdx="0"/>
  <p:cmAuthor id="434" name="史丹灵" initials="史" lastIdx="1" clrIdx="433"/>
  <p:cmAuthor id="154" name="40306" initials="4" lastIdx="1" clrIdx="153"/>
  <p:cmAuthor id="759" name="张逸晨" initials="张" lastIdx="1" clrIdx="0"/>
  <p:cmAuthor id="762" name="张洁01-lhq" initials="张" lastIdx="3" clrIdx="0"/>
  <p:cmAuthor id="763" name="池依曼" initials="池" lastIdx="2" clrIdx="72"/>
  <p:cmAuthor id="764" name="未知用户219" initials="未" lastIdx="3" clrIdx="0"/>
  <p:cmAuthor id="765" name="未知用户230" initials="未" lastIdx="2" clrIdx="0"/>
  <p:cmAuthor id="766" name="未知用户231" initials="未" lastIdx="1" clrIdx="0"/>
  <p:cmAuthor id="767" name="未知用户232" initials="未" lastIdx="1" clrIdx="0"/>
  <p:cmAuthor id="768" name="未知用户237" initials="未" lastIdx="7" clrIdx="0"/>
  <p:cmAuthor id="769" name="未知用户226" initials="未" lastIdx="1" clrIdx="0"/>
  <p:cmAuthor id="770" name="亚运 曹" initials="亚" lastIdx="3" clrIdx="2"/>
  <p:cmAuthor id="772" name="张正明" initials="张" lastIdx="1" clrIdx="0"/>
  <p:cmAuthor id="773" name="FANG SUN" initials="F" lastIdx="2" clrIdx="4"/>
  <p:cmAuthor id="774" name="富德生命人寿" initials="富" lastIdx="1" clrIdx="0"/>
  <p:cmAuthor id="776" name="未知用户416" initials="未" lastIdx="1" clrIdx="0"/>
  <p:cmAuthor id="777" name="未知用户404" initials="未" lastIdx="15" clrIdx="0"/>
  <p:cmAuthor id="778" name="未知用户408" initials="未" lastIdx="1" clrIdx="1"/>
  <p:cmAuthor id="779" name="未知用户409" initials="未" lastIdx="7" clrIdx="0"/>
  <p:cmAuthor id="780" name="未知用户412" initials="未" lastIdx="0" clrIdx="1"/>
  <p:cmAuthor id="781" name="未知用户413" initials="未" lastIdx="1" clrIdx="0"/>
  <p:cmAuthor id="782" name="未知用户414" initials="未" lastIdx="1" clrIdx="0"/>
  <p:cmAuthor id="783" name="未知用户415" initials="未" lastIdx="1" clrIdx="0"/>
  <p:cmAuthor id="784" name="未知用户215" initials="未" lastIdx="0" clrIdx="0"/>
  <p:cmAuthor id="785" name="未知用户217" initials="未" lastIdx="0" clrIdx="0"/>
  <p:cmAuthor id="786" name="未知用户261" initials="未" lastIdx="0" clrIdx="0"/>
  <p:cmAuthor id="787" name="未知用户371" initials="未" lastIdx="1" clrIdx="0"/>
  <p:cmAuthor id="788" name="未知用户370" initials="未" lastIdx="1" clrIdx="0"/>
  <p:cmAuthor id="789" name="未知用户347" initials="未" lastIdx="10" clrIdx="0"/>
  <p:cmAuthor id="790" name="未知用户348" initials="未" lastIdx="1" clrIdx="0"/>
  <p:cmAuthor id="791" name="未知用户286" initials="未" lastIdx="1" clrIdx="0"/>
  <p:cmAuthor id="792" name="未知用户373" initials="未" lastIdx="2" clrIdx="0"/>
  <p:cmAuthor id="793" name="未知用户350" initials="未" lastIdx="1" clrIdx="0"/>
  <p:cmAuthor id="794" name="未知用户218" initials="未" lastIdx="0" clrIdx="0"/>
  <p:cmAuthor id="795" name="未知用户351" initials="未" lastIdx="1" clrIdx="0"/>
  <p:cmAuthor id="796" name="未知用户352" initials="未" lastIdx="1" clrIdx="1"/>
  <p:cmAuthor id="797" name="未知用户353" initials="未" lastIdx="7" clrIdx="0"/>
  <p:cmAuthor id="798" name="未知用户354" initials="未" lastIdx="3" clrIdx="0"/>
  <p:cmAuthor id="799" name="未知用户355" initials="未" lastIdx="1" clrIdx="0"/>
  <p:cmAuthor id="800" name="未知用户356" initials="未" lastIdx="0" clrIdx="0"/>
  <p:cmAuthor id="801" name="未知用户378" initials="未" lastIdx="1" clrIdx="0"/>
  <p:cmAuthor id="802" name="未知用户357" initials="未" lastIdx="9" clrIdx="0"/>
  <p:cmAuthor id="803" name="未知用户362" initials="未" lastIdx="1" clrIdx="0"/>
  <p:cmAuthor id="804" name="未知用户363" initials="未" lastIdx="0" clrIdx="0"/>
  <p:cmAuthor id="805" name="未知用户374" initials="未" lastIdx="1" clrIdx="0"/>
  <p:cmAuthor id="806" name="未知用户375" initials="未" lastIdx="1" clrIdx="0"/>
  <p:cmAuthor id="807" name="未知用户369" initials="未" lastIdx="2" clrIdx="0"/>
  <p:cmAuthor id="808" name="未知用户376" initials="未" lastIdx="22" clrIdx="0"/>
  <p:cmAuthor id="809" name="未知用户377" initials="未" lastIdx="1" clrIdx="0"/>
  <p:cmAuthor id="810" name="未知用户372" initials="未" lastIdx="1" clrIdx="1"/>
  <p:cmAuthor id="811" name="Xzjd" initials="X" lastIdx="2" clrIdx="0"/>
  <p:cmAuthor id="814" name="未知用户466" initials="未" lastIdx="3" clrIdx="0"/>
  <p:cmAuthor id="815" name="未知用户460" initials="未" lastIdx="1" clrIdx="0"/>
  <p:cmAuthor id="816" name="未知用户454" initials="未" lastIdx="2" clrIdx="0"/>
  <p:cmAuthor id="817" name="未知用户461" initials="未" lastIdx="0" clrIdx="0"/>
  <p:cmAuthor id="818" name="未知用户455" initials="未" lastIdx="1" clrIdx="0"/>
  <p:cmAuthor id="819" name="未知用户462" initials="未" lastIdx="10" clrIdx="0"/>
  <p:cmAuthor id="820" name="未知用户465" initials="未" lastIdx="1" clrIdx="5"/>
  <p:cmAuthor id="821" name="未知用户457" initials="未" lastIdx="1" clrIdx="0"/>
  <p:cmAuthor id="822" name="未知用户450" initials="未" lastIdx="0" clrIdx="0"/>
  <p:cmAuthor id="823" name="未知用户463" initials="未" lastIdx="1" clrIdx="18"/>
  <p:cmAuthor id="824" name="未知用户467" initials="未" lastIdx="0" clrIdx="0"/>
  <p:cmAuthor id="825" name="未知用户468" initials="未" lastIdx="1" clrIdx="0"/>
  <p:cmAuthor id="826" name="未知用户469" initials="未" lastIdx="1" clrIdx="0"/>
  <p:cmAuthor id="827" name="未知用户458" initials="未" lastIdx="2" clrIdx="0"/>
  <p:cmAuthor id="828" name="未知用户470" initials="未" lastIdx="1" clrIdx="0"/>
  <p:cmAuthor id="829" name="未知用户471" initials="未" lastIdx="1" clrIdx="0"/>
  <p:cmAuthor id="830" name="未知用户472" initials="未" lastIdx="1" clrIdx="0"/>
  <p:cmAuthor id="831" name="未知用户473" initials="未" lastIdx="4" clrIdx="0"/>
  <p:cmAuthor id="832" name="未知用户235" initials="未" lastIdx="0" clrIdx="1"/>
  <p:cmAuthor id="833" name="未知用户453" initials="未" lastIdx="1" clrIdx="0"/>
  <p:cmAuthor id="834" name="未知用户474" initials="未" lastIdx="0" clrIdx="0"/>
  <p:cmAuthor id="835" name="未知用户475" initials="未" lastIdx="0" clrIdx="0"/>
  <p:cmAuthor id="836" name="未知用户476" initials="未" lastIdx="1" clrIdx="0"/>
  <p:cmAuthor id="837" name="未知用户459" initials="未" lastIdx="1" clrIdx="1"/>
  <p:cmAuthor id="838" name="未知用户489" initials="未" lastIdx="1" clrIdx="0"/>
  <p:cmAuthor id="839" name="未知用户488" initials="未" lastIdx="10" clrIdx="0"/>
  <p:cmAuthor id="840" name="未知用户490" initials="未" lastIdx="1" clrIdx="0"/>
  <p:cmAuthor id="841" name="未知用户477" initials="未" lastIdx="2" clrIdx="0"/>
  <p:cmAuthor id="842" name="未知用户478" initials="未" lastIdx="1" clrIdx="0"/>
  <p:cmAuthor id="843" name="未知用户479" initials="未" lastIdx="0" clrIdx="8"/>
  <p:cmAuthor id="844" name="未知用户480" initials="未" lastIdx="1" clrIdx="0"/>
  <p:cmAuthor id="845" name="未知用户481" initials="未" lastIdx="10" clrIdx="0"/>
  <p:cmAuthor id="846" name="未知用户482" initials="未" lastIdx="1" clrIdx="0"/>
  <p:cmAuthor id="847" name="未知用户483" initials="未" lastIdx="1" clrIdx="0"/>
  <p:cmAuthor id="848" name="未知用户484" initials="未" lastIdx="1" clrIdx="0"/>
  <p:cmAuthor id="849" name="未知用户485" initials="未" lastIdx="1" clrIdx="0"/>
  <p:cmAuthor id="850" name="未知用户486" initials="未" lastIdx="0" clrIdx="0"/>
  <p:cmAuthor id="851" name="未知用户452" initials="未" lastIdx="2" clrIdx="0"/>
  <p:cmAuthor id="852" name="未知用户456" initials="未" lastIdx="1" clrIdx="0"/>
  <p:cmAuthor id="853" name="未知用户464" initials="未" lastIdx="0" clrIdx="0"/>
  <p:cmAuthor id="854" name="未知用户487" initials="未" lastIdx="0" clrIdx="0"/>
  <p:cmAuthor id="861" name="seki" initials="s" lastIdx="1" clrIdx="0"/>
  <p:cmAuthor id="187" name="雍中婧" initials="雍" lastIdx="26" clrIdx="0"/>
  <p:cmAuthor id="191" name="448097321@qq.com" initials="4" lastIdx="0" clrIdx="0"/>
  <p:cmAuthor id="202" name="zhoujw08" initials="z" lastIdx="1" clrIdx="201"/>
  <p:cmAuthor id="204" name="deeplm" initials="d" lastIdx="1" clrIdx="0"/>
  <p:cmAuthor id="208" name="dongwc0205" initials="d" lastIdx="1" clrIdx="15"/>
  <p:cmAuthor id="210" name="SHMILY" initials="S" lastIdx="1" clrIdx="0"/>
  <p:cmAuthor id="211" name="刘云飞" initials="刘" lastIdx="1" clrIdx="6"/>
  <p:cmAuthor id="217" name="HaoshuaiWu" initials="H" lastIdx="1" clrIdx="0"/>
  <p:cmAuthor id="223" name="贾彬彬" initials="贾" lastIdx="1" clrIdx="0"/>
  <p:cmAuthor id="236" name="sun frank" initials="s" lastIdx="1" clrIdx="0"/>
  <p:cmAuthor id="242" name="yangysh" initials="y" lastIdx="1" clrIdx="0"/>
  <p:cmAuthor id="244" name="李晨曦" initials="李" lastIdx="14" clrIdx="0"/>
  <p:cmAuthor id="245" name="Bonan Qi" initials="B" lastIdx="43" clrIdx="0"/>
  <p:cmAuthor id="251" name="李秋静" initials="李" lastIdx="1" clrIdx="1"/>
  <p:cmAuthor id="255" name="严之" initials="严" lastIdx="3" clrIdx="0"/>
  <p:cmAuthor id="256" name="程诗媛" initials="程" lastIdx="4" clrIdx="1"/>
  <p:cmAuthor id="329" name="Meredith Kalish" initials="M" lastIdx="19" clrIdx="10"/>
  <p:cmAuthor id="339" name="Bart Baranowski (HI)" initials="B" lastIdx="16" clrIdx="7"/>
  <p:cmAuthor id="342" name="Andrew Moss (HI)" initials="A" lastIdx="10" clrIdx="10"/>
  <p:cmAuthor id="362" name="未知用户88" initials="未" lastIdx="1" clrIdx="0"/>
  <p:cmAuthor id="365" name="未知用户94" initials="未" lastIdx="0" clrIdx="0"/>
  <p:cmAuthor id="366" name="未知用户95" initials="未" lastIdx="1" clrIdx="0"/>
  <p:cmAuthor id="368" name="未知用户99" initials="未" lastIdx="10" clrIdx="0"/>
  <p:cmAuthor id="455" name="zhenwb" initials="z" lastIdx="1" clrIdx="17"/>
  <p:cmAuthor id="457" name="mawei19" initials="m" lastIdx="1" clrIdx="21"/>
  <p:cmAuthor id="516" name="未知用户197" initials="未" lastIdx="0" clrIdx="1"/>
  <p:cmAuthor id="558" name="未知用户337" initials="未" lastIdx="0" clrIdx="0"/>
  <p:cmAuthor id="559" name="未知用户336" initials="未" lastIdx="1" clrIdx="0"/>
  <p:cmAuthor id="560" name="未知用户318" initials="未" lastIdx="1" clrIdx="1"/>
  <p:cmAuthor id="562" name="未知用户320" initials="未" lastIdx="3" clrIdx="0"/>
  <p:cmAuthor id="564" name="未知用户322" initials="未" lastIdx="0" clrIdx="0"/>
  <p:cmAuthor id="565" name="未知用户323" initials="未" lastIdx="9" clrIdx="0"/>
  <p:cmAuthor id="566" name="未知用户287" initials="未" lastIdx="1" clrIdx="0"/>
  <p:cmAuthor id="567" name="未知用户324" initials="未" lastIdx="1" clrIdx="0"/>
  <p:cmAuthor id="568" name="未知用户325" initials="未" lastIdx="2" clrIdx="0"/>
  <p:cmAuthor id="569" name="未知用户290" initials="未" lastIdx="1" clrIdx="0"/>
  <p:cmAuthor id="570" name="未知用户291" initials="未" lastIdx="1" clrIdx="0"/>
  <p:cmAuthor id="571" name="未知用户292" initials="未" lastIdx="0" clrIdx="0"/>
  <p:cmAuthor id="572" name="未知用户293" initials="未" lastIdx="1" clrIdx="0"/>
  <p:cmAuthor id="573" name="未知用户294" initials="未" lastIdx="1" clrIdx="1"/>
  <p:cmAuthor id="574" name="未知用户295" initials="未" lastIdx="1" clrIdx="0"/>
  <p:cmAuthor id="575" name="未知用户326" initials="未" lastIdx="1" clrIdx="0"/>
  <p:cmAuthor id="576" name="未知用户327" initials="未" lastIdx="2" clrIdx="0"/>
  <p:cmAuthor id="577" name="未知用户328" initials="未" lastIdx="2" clrIdx="0"/>
  <p:cmAuthor id="578" name="未知用户299" initials="未" lastIdx="3" clrIdx="0"/>
  <p:cmAuthor id="579" name="未知用户300" initials="未" lastIdx="22" clrIdx="0"/>
  <p:cmAuthor id="580" name="未知用户301" initials="未" lastIdx="1" clrIdx="0"/>
  <p:cmAuthor id="581" name="未知用户302" initials="未" lastIdx="1" clrIdx="1"/>
  <p:cmAuthor id="582" name="未知用户303" initials="未" lastIdx="1" clrIdx="0"/>
  <p:cmAuthor id="583" name="未知用户304" initials="未" lastIdx="1" clrIdx="35"/>
  <p:cmAuthor id="584" name="未知用户305" initials="未" lastIdx="1" clrIdx="0"/>
  <p:cmAuthor id="585" name="未知用户306" initials="未" lastIdx="0" clrIdx="0"/>
  <p:cmAuthor id="586" name="未知用户222" initials="未" lastIdx="1" clrIdx="1"/>
  <p:cmAuthor id="587" name="未知用户224" initials="未" lastIdx="0" clrIdx="0"/>
  <p:cmAuthor id="588" name="未知用户332" initials="未" lastIdx="1" clrIdx="0"/>
  <p:cmAuthor id="589" name="未知用户309" initials="未" lastIdx="0" clrIdx="0"/>
  <p:cmAuthor id="590" name="未知用户310" initials="未" lastIdx="1" clrIdx="21"/>
  <p:cmAuthor id="591" name="未知用户311" initials="未" lastIdx="1" clrIdx="0"/>
  <p:cmAuthor id="592" name="未知用户312" initials="未" lastIdx="4" clrIdx="1"/>
  <p:cmAuthor id="593" name="未知用户313" initials="未" lastIdx="1" clrIdx="0"/>
  <p:cmAuthor id="594" name="未知用户335" initials="未" lastIdx="1" clrIdx="0"/>
  <p:cmAuthor id="595" name="未知用户316" initials="未" lastIdx="1" clrIdx="0"/>
  <p:cmAuthor id="596" name="未知用户277" initials="未" lastIdx="1" clrIdx="0"/>
  <p:cmAuthor id="597" name="未知用户278" initials="未" lastIdx="1" clrIdx="0"/>
  <p:cmAuthor id="598" name="未知用户272" initials="未" lastIdx="10" clrIdx="0"/>
  <p:cmAuthor id="599" name="未知用户273" initials="未" lastIdx="1" clrIdx="0"/>
  <p:cmAuthor id="600" name="未知用户279" initials="未" lastIdx="1" clrIdx="1"/>
  <p:cmAuthor id="601" name="未知用户233" initials="未" lastIdx="1" clrIdx="0"/>
  <p:cmAuthor id="602" name="未知用户229" initials="未" lastIdx="0" clrIdx="0"/>
  <p:cmAuthor id="603" name="未知用户234" initials="未" lastIdx="1" clrIdx="0"/>
  <p:cmAuthor id="604" name="未知用户274" initials="未" lastIdx="1" clrIdx="0"/>
  <p:cmAuthor id="605" name="未知用户236" initials="未" lastIdx="0" clrIdx="0"/>
  <p:cmAuthor id="606" name="未知用户280" initials="未" lastIdx="2" clrIdx="0"/>
  <p:cmAuthor id="607" name="未知用户238" initials="未" lastIdx="1" clrIdx="21"/>
  <p:cmAuthor id="608" name="未知用户239" initials="未" lastIdx="1" clrIdx="0"/>
  <p:cmAuthor id="609" name="未知用户240" initials="未" lastIdx="4" clrIdx="1"/>
  <p:cmAuthor id="610" name="未知用户241" initials="未" lastIdx="1" clrIdx="0"/>
  <p:cmAuthor id="611" name="未知用户242" initials="未" lastIdx="1" clrIdx="0"/>
  <p:cmAuthor id="612" name="未知用户243" initials="未" lastIdx="1" clrIdx="0"/>
  <p:cmAuthor id="613" name="未知用户244" initials="未" lastIdx="1" clrIdx="0"/>
  <p:cmAuthor id="614" name="未知用户245" initials="未" lastIdx="1" clrIdx="0"/>
  <p:cmAuthor id="615" name="未知用户246" initials="未" lastIdx="1" clrIdx="1"/>
  <p:cmAuthor id="616" name="未知用户247" initials="未" lastIdx="7" clrIdx="0"/>
  <p:cmAuthor id="617" name="未知用户248" initials="未" lastIdx="3" clrIdx="0"/>
  <p:cmAuthor id="618" name="未知用户249" initials="未" lastIdx="1" clrIdx="0"/>
  <p:cmAuthor id="619" name="未知用户250" initials="未" lastIdx="0" clrIdx="0"/>
  <p:cmAuthor id="620" name="未知用户251" initials="未" lastIdx="9" clrIdx="0"/>
  <p:cmAuthor id="621" name="未知用户252" initials="未" lastIdx="1" clrIdx="0"/>
  <p:cmAuthor id="622" name="未知用户253" initials="未" lastIdx="1" clrIdx="0"/>
  <p:cmAuthor id="623" name="未知用户254" initials="未" lastIdx="2" clrIdx="0"/>
  <p:cmAuthor id="624" name="未知用户255" initials="未" lastIdx="1" clrIdx="0"/>
  <p:cmAuthor id="625" name="未知用户256" initials="未" lastIdx="1" clrIdx="0"/>
  <p:cmAuthor id="626" name="未知用户257" initials="未" lastIdx="0" clrIdx="0"/>
  <p:cmAuthor id="627" name="未知用户258" initials="未" lastIdx="1" clrIdx="0"/>
  <p:cmAuthor id="628" name="未知用户259" initials="未" lastIdx="1" clrIdx="1"/>
  <p:cmAuthor id="629" name="未知用户260" initials="未" lastIdx="1" clrIdx="0"/>
  <p:cmAuthor id="630" name="未知用户275" initials="未" lastIdx="1" clrIdx="0"/>
  <p:cmAuthor id="631" name="未知用户276" initials="未" lastIdx="2" clrIdx="0"/>
  <p:cmAuthor id="632" name="未知用户263" initials="未" lastIdx="2" clrIdx="0"/>
  <p:cmAuthor id="633" name="未知用户264" initials="未" lastIdx="3" clrIdx="0"/>
  <p:cmAuthor id="634" name="未知用户265" initials="未" lastIdx="22" clrIdx="0"/>
  <p:cmAuthor id="635" name="未知用户266" initials="未" lastIdx="1" clrIdx="1"/>
  <p:cmAuthor id="636" name="未知用户267" initials="未" lastIdx="1" clrIdx="0"/>
  <p:cmAuthor id="637" name="未知用户268" initials="未" lastIdx="1" clrIdx="35"/>
  <p:cmAuthor id="638" name="未知用户269" initials="未" lastIdx="1" clrIdx="0"/>
  <p:cmAuthor id="639" name="未知用户270" initials="未" lastIdx="0" clrIdx="0"/>
  <p:cmAuthor id="640" name="未知用户193" initials="未" lastIdx="2" clrIdx="0"/>
  <p:cmAuthor id="641" name="未知用户195" initials="未" lastIdx="22" clrIdx="0"/>
  <p:cmAuthor id="642" name="未知用户196" initials="未" lastIdx="1" clrIdx="0"/>
  <p:cmAuthor id="643" name="未知用户358" initials="未" lastIdx="1" clrIdx="0"/>
  <p:cmAuthor id="644" name="未知用户359" initials="未" lastIdx="1" clrIdx="0"/>
  <p:cmAuthor id="645" name="未知用户360" initials="未" lastIdx="10" clrIdx="0"/>
  <p:cmAuthor id="646" name="未知用户361" initials="未" lastIdx="1" clrIdx="0"/>
  <p:cmAuthor id="647" name="未知用户364" initials="未" lastIdx="2" clrIdx="0"/>
  <p:cmAuthor id="648" name="未知用户288" initials="未" lastIdx="1" clrIdx="0"/>
  <p:cmAuthor id="649" name="未知用户297" initials="未" lastIdx="1" clrIdx="0"/>
  <p:cmAuthor id="650" name="未知用户298" initials="未" lastIdx="1" clrIdx="1"/>
  <p:cmAuthor id="651" name="未知用户307" initials="未" lastIdx="7" clrIdx="0"/>
  <p:cmAuthor id="652" name="未知用户308" initials="未" lastIdx="3" clrIdx="0"/>
  <p:cmAuthor id="653" name="未知用户315" initials="未" lastIdx="1" clrIdx="0"/>
  <p:cmAuthor id="654" name="未知用户317" initials="未" lastIdx="0" clrIdx="0"/>
  <p:cmAuthor id="655" name="未知用户329" initials="未" lastIdx="9" clrIdx="0"/>
  <p:cmAuthor id="656" name="未知用户333" initials="未" lastIdx="1" clrIdx="0"/>
  <p:cmAuthor id="657" name="未知用户334" initials="未" lastIdx="1" clrIdx="0"/>
  <p:cmAuthor id="658" name="未知用户340" initials="未" lastIdx="2" clrIdx="0"/>
  <p:cmAuthor id="659" name="未知用户341" initials="未" lastIdx="1" clrIdx="0"/>
  <p:cmAuthor id="660" name="未知用户342" initials="未" lastIdx="1" clrIdx="0"/>
  <p:cmAuthor id="661" name="未知用户343" initials="未" lastIdx="0" clrIdx="0"/>
  <p:cmAuthor id="662" name="未知用户344" initials="未" lastIdx="1" clrIdx="0"/>
  <p:cmAuthor id="663" name="未知用户345" initials="未" lastIdx="1" clrIdx="1"/>
  <p:cmAuthor id="664" name="未知用户365" initials="未" lastIdx="1" clrIdx="0"/>
  <p:cmAuthor id="665" name="未知用户366" initials="未" lastIdx="1" clrIdx="0"/>
  <p:cmAuthor id="666" name="未知用户367" initials="未" lastIdx="2" clrIdx="0"/>
  <p:cmAuthor id="667" name="未知用户368" initials="未" lastIdx="2" clrIdx="0"/>
  <p:cmAuthor id="668" name="未知用户403" initials="未" lastIdx="1" clrIdx="0"/>
  <p:cmAuthor id="669" name="未知用户402" initials="未" lastIdx="1" clrIdx="0"/>
  <p:cmAuthor id="670" name="未知用户379" initials="未" lastIdx="10" clrIdx="0"/>
  <p:cmAuthor id="671" name="未知用户380" initials="未" lastIdx="1" clrIdx="0"/>
  <p:cmAuthor id="672" name="未知用户405" initials="未" lastIdx="2" clrIdx="0"/>
  <p:cmAuthor id="673" name="未知用户382" initials="未" lastIdx="1" clrIdx="0"/>
  <p:cmAuthor id="674" name="未知用户383" initials="未" lastIdx="1" clrIdx="0"/>
  <p:cmAuthor id="675" name="未知用户384" initials="未" lastIdx="1" clrIdx="1"/>
  <p:cmAuthor id="676" name="未知用户385" initials="未" lastIdx="7" clrIdx="0"/>
  <p:cmAuthor id="677" name="未知用户386" initials="未" lastIdx="3" clrIdx="0"/>
  <p:cmAuthor id="678" name="未知用户387" initials="未" lastIdx="1" clrIdx="0"/>
  <p:cmAuthor id="679" name="未知用户388" initials="未" lastIdx="0" clrIdx="0"/>
  <p:cmAuthor id="680" name="未知用户411" initials="未" lastIdx="1" clrIdx="0"/>
  <p:cmAuthor id="681" name="未知用户389" initials="未" lastIdx="9" clrIdx="0"/>
  <p:cmAuthor id="682" name="未知用户390" initials="未" lastIdx="1" clrIdx="0"/>
  <p:cmAuthor id="683" name="未知用户391" initials="未" lastIdx="1" clrIdx="0"/>
  <p:cmAuthor id="684" name="未知用户392" initials="未" lastIdx="2" clrIdx="0"/>
  <p:cmAuthor id="685" name="未知用户393" initials="未" lastIdx="1" clrIdx="0"/>
  <p:cmAuthor id="686" name="未知用户394" initials="未" lastIdx="1" clrIdx="0"/>
  <p:cmAuthor id="687" name="未知用户395" initials="未" lastIdx="0" clrIdx="0"/>
  <p:cmAuthor id="688" name="未知用户396" initials="未" lastIdx="1" clrIdx="0"/>
  <p:cmAuthor id="689" name="未知用户406" initials="未" lastIdx="1" clrIdx="0"/>
  <p:cmAuthor id="690" name="未知用户397" initials="未" lastIdx="1" clrIdx="1"/>
  <p:cmAuthor id="691" name="未知用户407" initials="未" lastIdx="1" clrIdx="0"/>
  <p:cmAuthor id="692" name="未知用户398" initials="未" lastIdx="1" clrIdx="0"/>
  <p:cmAuthor id="693" name="未知用户399" initials="未" lastIdx="1" clrIdx="0"/>
  <p:cmAuthor id="694" name="未知用户400" initials="未" lastIdx="2" clrIdx="0"/>
  <p:cmAuthor id="695" name="未知用户401" initials="未" lastIdx="2" clrIdx="0"/>
  <p:cmAuthor id="696" name="未知用户420" initials="未" lastIdx="1" clrIdx="0"/>
  <p:cmAuthor id="697" name="未知用户421" initials="未" lastIdx="1" clrIdx="0"/>
  <p:cmAuthor id="698" name="未知用户422" initials="未" lastIdx="10" clrIdx="0"/>
  <p:cmAuthor id="699" name="未知用户423" initials="未" lastIdx="1" clrIdx="0"/>
  <p:cmAuthor id="700" name="未知用户424" initials="未" lastIdx="2" clrIdx="0"/>
  <p:cmAuthor id="701" name="未知用户419" initials="未" lastIdx="3" clrIdx="0"/>
  <p:cmAuthor id="702" name="未知用户425" initials="未" lastIdx="1" clrIdx="0"/>
  <p:cmAuthor id="703" name="未知用户426" initials="未" lastIdx="1" clrIdx="0"/>
  <p:cmAuthor id="704" name="未知用户427" initials="未" lastIdx="1" clrIdx="1"/>
  <p:cmAuthor id="705" name="未知用户428" initials="未" lastIdx="7" clrIdx="0"/>
  <p:cmAuthor id="706" name="未知用户429" initials="未" lastIdx="3" clrIdx="0"/>
  <p:cmAuthor id="707" name="未知用户430" initials="未" lastIdx="1" clrIdx="0"/>
  <p:cmAuthor id="708" name="未知用户431" initials="未" lastIdx="1" clrIdx="0"/>
  <p:cmAuthor id="709" name="未知用户432" initials="未" lastIdx="1" clrIdx="0"/>
  <p:cmAuthor id="710" name="未知用户433" initials="未" lastIdx="1" clrIdx="0"/>
  <p:cmAuthor id="711" name="未知用户434" initials="未" lastIdx="9" clrIdx="0"/>
  <p:cmAuthor id="712" name="未知用户435" initials="未" lastIdx="2" clrIdx="0"/>
  <p:cmAuthor id="713" name="未知用户436" initials="未" lastIdx="1" clrIdx="0"/>
  <p:cmAuthor id="714" name="未知用户437" initials="未" lastIdx="2" clrIdx="0"/>
  <p:cmAuthor id="715" name="未知用户438" initials="未" lastIdx="1" clrIdx="0"/>
  <p:cmAuthor id="716" name="未知用户417" initials="未" lastIdx="10" clrIdx="0"/>
  <p:cmAuthor id="717" name="未知用户439" initials="未" lastIdx="1" clrIdx="0"/>
  <p:cmAuthor id="718" name="未知用户440" initials="未" lastIdx="0" clrIdx="0"/>
  <p:cmAuthor id="719" name="未知用户441" initials="未" lastIdx="1" clrIdx="0"/>
  <p:cmAuthor id="720" name="未知用户442" initials="未" lastIdx="1" clrIdx="0"/>
  <p:cmAuthor id="721" name="未知用户443" initials="未" lastIdx="1" clrIdx="1"/>
  <p:cmAuthor id="722" name="未知用户444" initials="未" lastIdx="1" clrIdx="0"/>
  <p:cmAuthor id="723" name="未知用户445" initials="未" lastIdx="1" clrIdx="0"/>
  <p:cmAuthor id="724" name="未知用户446" initials="未" lastIdx="1" clrIdx="0"/>
  <p:cmAuthor id="725" name="未知用户447" initials="未" lastIdx="2" clrIdx="0"/>
  <p:cmAuthor id="726" name="未知用户448" initials="未" lastIdx="2" clrIdx="0"/>
  <p:cmAuthor id="49837071" name="孙 澍" initials="孙" lastIdx="1" clrIdx="207"/>
  <p:cmAuthor id="749" name="启浩" initials="启" lastIdx="2" clrIdx="0"/>
  <p:cmAuthor id="753" name="未知用户192" initials="未" lastIdx="1" clrIdx="0"/>
  <p:cmAuthor id="691587970" name="小延魔法师" initials="小" lastIdx="1126286" clrIdx="0"/>
  <p:cmAuthor id="1411827" name="黄晓平" initials="黄" lastIdx="0" clrIdx="0"/>
  <p:cmAuthor id="47245819" name="群智集" initials="群" lastIdx="0" clrIdx="0"/>
  <p:cmAuthor id="219" name="Wanwei Liang" initials="W" lastIdx="1" clrIdx="0"/>
  <p:cmAuthor id="237" name="冯帅" initials="冯" lastIdx="1" clrIdx="0"/>
  <p:cmAuthor id="730" name="zhang li" initials="z" lastIdx="1" clrIdx="138"/>
  <p:cmAuthor id="735" name="张文蕾" initials="张" lastIdx="1" clrIdx="734"/>
  <p:cmAuthor id="748" name="殷 积波" initials="殷" lastIdx="1" clrIdx="22"/>
  <p:cmAuthor id="752" name="554154816@qq.com" initials="5" lastIdx="0" clrIdx="0"/>
  <p:cmAuthor id="177" name="雨林木风" initials="雨" lastIdx="14" clrIdx="1"/>
  <p:cmAuthor id="49837072" name="郑勇进" initials="郑勇进" lastIdx="0" clrIdx="177"/>
  <p:cmAuthor id="49837073" name="何子文" initials="何子文" lastIdx="1" clrIdx="193"/>
  <p:cmAuthor id="884" name="未知用户410" initials="未" lastIdx="1" clrIdx="0"/>
  <p:cmAuthor id="888" name="ae2000" initials="a" lastIdx="1" clrIdx="0"/>
  <p:cmAuthor id="893" name="xq" initials="x" lastIdx="2" clrIdx="11"/>
  <p:cmAuthor id="910" name="chenzheng4" initials="c" lastIdx="1" clrIdx="22"/>
  <p:cmAuthor id="213" name="未知用户44" initials="未" lastIdx="1" clrIdx="0"/>
  <p:cmAuthor id="924" name="李建阳（内蒙古英才管培生）" initials="李" lastIdx="2" clrIdx="0"/>
  <p:cmAuthor id="926" name="pingchangxin@outlook.com LI" initials="p" lastIdx="5" clrIdx="0"/>
  <p:cmAuthor id="927" name="张晓燕(内蒙古巴彦淖尔)" initials="张" lastIdx="1" clrIdx="0"/>
  <p:cmAuthor id="928" name="王凯" initials="王" lastIdx="1" clrIdx="0"/>
  <p:cmAuthor id="932" name="LUO CHENG" initials="L" lastIdx="1" clrIdx="0"/>
  <p:cmAuthor id="934" name="shenyanning-001" initials="s" lastIdx="8" clrIdx="0"/>
  <p:cmAuthor id="937" name="Evander Wan" initials="E" lastIdx="7" clrIdx="1"/>
  <p:cmAuthor id="943" name="bing" initials="b" lastIdx="2" clrIdx="0"/>
  <p:cmAuthor id="944" name="hh" initials="h" lastIdx="1" clrIdx="0"/>
  <p:cmAuthor id="948" name="Hope0187" initials="H" lastIdx="1" clrIdx="6"/>
  <p:cmAuthor id="951" name="James Conard" initials="J" lastIdx="3" clrIdx="0"/>
  <p:cmAuthor id="957" name="Cpic" initials="C" lastIdx="0" clrIdx="0"/>
  <p:cmAuthor id="265" name="程玉珍" initials="程" lastIdx="2" clrIdx="143"/>
  <p:cmAuthor id="966" name="李柯然" initials="李" lastIdx="1" clrIdx="0"/>
  <p:cmAuthor id="969" name="王玉" initials="王" lastIdx="1" clrIdx="0"/>
  <p:cmAuthor id="970" name="Ming Zuo" initials="M" lastIdx="1" clrIdx="0"/>
  <p:cmAuthor id="974" name="dreamsummit" initials="d" lastIdx="1" clrIdx="0"/>
  <p:cmAuthor id="975" name="张 博" initials="张" lastIdx="1" clrIdx="0"/>
  <p:cmAuthor id="976" name="LS" initials="L" lastIdx="1" clrIdx="0"/>
  <p:cmAuthor id="977" name="McGlasson, Louise" initials="M" lastIdx="6" clrIdx="0"/>
  <p:cmAuthor id="978" name="Morgan, Aaron" initials="M" lastIdx="3" clrIdx="1"/>
  <p:cmAuthor id="979" name="weige" initials="w" lastIdx="2" clrIdx="0"/>
  <p:cmAuthor id="981" name="李 俊琦" initials="李" lastIdx="1" clrIdx="0"/>
  <p:cmAuthor id="982" name="沈 鹤" initials="沈" lastIdx="1" clrIdx="5"/>
  <p:cmAuthor id="983" name="jilin" initials="j" lastIdx="20" clrIdx="0"/>
  <p:cmAuthor id="984" name="王保青-pah" initials="王" lastIdx="0" clrIdx="0"/>
  <p:cmAuthor id="985" name="Luo Mingjie" initials="L"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7" name="Maggie" initials="M" lastIdx="1" clrIdx="0"/>
  <p:cmAuthor id="333" name="未知用户74" initials="未" lastIdx="0" clrIdx="0"/>
  <p:cmAuthor id="348" name="中星 叶" initials="中" lastIdx="1" clrIdx="22"/>
  <p:cmAuthor id="358" name="feng wei" initials="f" lastIdx="1" clrIdx="0"/>
  <p:cmAuthor id="409" name="未知用户93" initials="未" lastIdx="1" clrIdx="0"/>
  <p:cmAuthor id="418" name="未知用户101" initials="未" lastIdx="1" clrIdx="2"/>
  <p:cmAuthor id="436" name="Vagun Vagun" initials="V" lastIdx="1" clrIdx="0"/>
  <p:cmAuthor id="454" name="Think" initials="T" lastIdx="1" clrIdx="453"/>
  <p:cmAuthor id="504" name="未知用户194" initials="未" lastIdx="11" clrIdx="0"/>
  <p:cmAuthor id="519" name="肖婧" initials="肖" lastIdx="7" clrIdx="0"/>
  <p:cmAuthor id="2001" name="杨亦澄" initials="杨亦澄" lastIdx="1" clrIdx="96"/>
  <p:cmAuthor id="2002" name="h468" initials="h" lastIdx="1" clrIdx="454"/>
  <p:cmAuthor id="199" name="胡君" initials="胡" lastIdx="20" clrIdx="0"/>
  <p:cmAuthor id="456" name="tkadmin" initials="t" lastIdx="1" clrIdx="455"/>
  <p:cmAuthor id="459" name="李红钢" initials="李" lastIdx="1" clrIdx="458"/>
  <p:cmAuthor id="499" name="未知用户109" initials="未" lastIdx="5" clrIdx="0"/>
  <p:cmAuthor id="501" name="tong" initials="t" lastIdx="2" clrIdx="0"/>
  <p:cmAuthor id="727" name="郭成报" initials="郭" lastIdx="1" clrIdx="726"/>
  <p:cmAuthor id="728" name="87737" initials="8" lastIdx="2" clrIdx="727"/>
  <p:cmAuthor id="731" name="杨迟" initials="杨" lastIdx="11" clrIdx="0"/>
  <p:cmAuthor id="732" name="姓 汤旭铭" initials="姓" lastIdx="1" clrIdx="0"/>
  <p:cmAuthor id="733" name="DELL" initials="D" lastIdx="1" clrIdx="732"/>
  <p:cmAuthor id="738" name="程康平" initials="程" lastIdx="2" clrIdx="0"/>
  <p:cmAuthor id="739" name="丁喆彤" initials="丁" lastIdx="1" clrIdx="0"/>
  <p:cmAuthor id="743" name="hainan zheng" initials="h" lastIdx="1" clrIdx="0"/>
  <p:cmAuthor id="751" name="林玲 郑" initials="林" lastIdx="12" clrIdx="0"/>
  <p:cmAuthor id="754" name="志刚 赵" initials="志" lastIdx="1" clrIdx="0"/>
  <p:cmAuthor id="97" name="bob kang" initials="b" lastIdx="3" clrIdx="15"/>
  <p:cmAuthor id="47245820" name="Windows 用户" initials="W用" lastIdx="1" clrIdx="16"/>
  <p:cmAuthor id="47245821" name="李金金" initials="李金金" lastIdx="1" clrIdx="27"/>
  <p:cmAuthor id="47245822" name="晓琳 李" initials="晓琳" lastIdx="1" clrIdx="40"/>
  <p:cmAuthor id="47245823" name="刘海娜|liuhaina" initials="W用" lastIdx="1" clrIdx="36"/>
  <p:cmAuthor id="8535702" name="曾蓓/贝贝" initials="曾" lastIdx="0" clrIdx="0"/>
  <p:cmAuthor id="210492765" name="施普希（菜菜）" initials="施" lastIdx="0" clrIdx="0"/>
  <p:cmAuthor id="30" name="Haiyang Wang" initials="H" lastIdx="4" clrIdx="2"/>
  <p:cmAuthor id="428" name="USER" initials="U" lastIdx="0" clrIdx="0"/>
  <p:cmAuthor id="210492766" name="8618988765258" initials="8" lastIdx="2" clrIdx="65"/>
  <p:cmAuthor id="27" name="杨素雯" initials="杨" lastIdx="3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74F"/>
    <a:srgbClr val="F3F3F4"/>
    <a:srgbClr val="EDEDED"/>
    <a:srgbClr val="008F51"/>
    <a:srgbClr val="999999"/>
    <a:srgbClr val="BFBEC3"/>
    <a:srgbClr val="004E93"/>
    <a:srgbClr val="BA8A94"/>
    <a:srgbClr val="D83437"/>
    <a:srgbClr val="C12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4" autoAdjust="0"/>
    <p:restoredTop sz="88042" autoAdjust="0"/>
  </p:normalViewPr>
  <p:slideViewPr>
    <p:cSldViewPr snapToGrid="0">
      <p:cViewPr varScale="1">
        <p:scale>
          <a:sx n="100" d="100"/>
          <a:sy n="100" d="100"/>
        </p:scale>
        <p:origin x="1020" y="114"/>
      </p:cViewPr>
      <p:guideLst/>
    </p:cSldViewPr>
  </p:slideViewPr>
  <p:notesTextViewPr>
    <p:cViewPr>
      <p:scale>
        <a:sx n="150" d="100"/>
        <a:sy n="150" d="100"/>
      </p:scale>
      <p:origin x="0" y="0"/>
    </p:cViewPr>
  </p:notesTextViewPr>
  <p:sorterViewPr>
    <p:cViewPr>
      <p:scale>
        <a:sx n="100" d="100"/>
        <a:sy n="100" d="100"/>
      </p:scale>
      <p:origin x="0" y="-130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95.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54B5F-2AF8-4BCE-B54F-3FEF427816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7953F-16A0-4F69-BB90-8BA8C1E604C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A7953F-16A0-4F69-BB90-8BA8C1E604C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578EB2-3177-4A80-8FFB-D24FFCE30372}" type="slidenum">
              <a:rPr lang="zh-CN" altLang="en-US" smtClean="0"/>
            </a:fld>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40421" y="140931"/>
            <a:ext cx="1529110" cy="4561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578EB2-3177-4A80-8FFB-D24FFCE30372}" type="slidenum">
              <a:rPr lang="zh-CN" altLang="en-US" smtClean="0"/>
            </a:fld>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40421" y="140931"/>
            <a:ext cx="1529110" cy="4561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0103F19-CACD-404A-B8D5-FC5D8196F1B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578EB2-3177-4A80-8FFB-D24FFCE3037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pic>
        <p:nvPicPr>
          <p:cNvPr id="2" name="图片 1" descr="200568120"/>
          <p:cNvPicPr>
            <a:picLocks noChangeAspect="1"/>
          </p:cNvPicPr>
          <p:nvPr userDrawn="1"/>
        </p:nvPicPr>
        <p:blipFill>
          <a:blip r:embed="rId2"/>
          <a:stretch>
            <a:fillRect/>
          </a:stretch>
        </p:blipFill>
        <p:spPr>
          <a:xfrm>
            <a:off x="10330180" y="471805"/>
            <a:ext cx="1440000" cy="4664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103F19-CACD-404A-B8D5-FC5D8196F1B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78EB2-3177-4A80-8FFB-D24FFCE30372}" type="slidenum">
              <a:rPr lang="zh-CN" altLang="en-US" smtClean="0"/>
            </a:fld>
            <a:endParaRPr lang="zh-CN" altLang="en-US"/>
          </a:p>
        </p:txBody>
      </p:sp>
      <p:pic>
        <p:nvPicPr>
          <p:cNvPr id="8" name="图片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440421" y="140931"/>
            <a:ext cx="1529110" cy="45616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4.png"/><Relationship Id="rId7" Type="http://schemas.openxmlformats.org/officeDocument/2006/relationships/tags" Target="../tags/tag6.xml"/><Relationship Id="rId6" Type="http://schemas.openxmlformats.org/officeDocument/2006/relationships/image" Target="../media/image3.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tags" Target="../tags/tag12.xml"/><Relationship Id="rId5" Type="http://schemas.openxmlformats.org/officeDocument/2006/relationships/image" Target="../media/image5.png"/><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tags" Target="../tags/tag17.xml"/><Relationship Id="rId5" Type="http://schemas.openxmlformats.org/officeDocument/2006/relationships/image" Target="../media/image6.png"/><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tags" Target="../tags/tag22.xml"/><Relationship Id="rId5" Type="http://schemas.openxmlformats.org/officeDocument/2006/relationships/image" Target="../media/image7.png"/><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8.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0" Type="http://schemas.openxmlformats.org/officeDocument/2006/relationships/notesSlide" Target="../notesSlides/notesSlide5.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tags" Target="../tags/tag33.xml"/><Relationship Id="rId5" Type="http://schemas.openxmlformats.org/officeDocument/2006/relationships/image" Target="../media/image10.png"/><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9.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0" Type="http://schemas.openxmlformats.org/officeDocument/2006/relationships/notesSlide" Target="../notesSlides/notesSlide7.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5.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0" Type="http://schemas.openxmlformats.org/officeDocument/2006/relationships/notesSlide" Target="../notesSlides/notesSlide8.xml"/><Relationship Id="rId1" Type="http://schemas.openxmlformats.org/officeDocument/2006/relationships/tags" Target="../tags/tag40.xml"/></Relationships>
</file>

<file path=ppt/slides/_rels/slide9.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image" Target="../media/image15.png"/><Relationship Id="rId7" Type="http://schemas.openxmlformats.org/officeDocument/2006/relationships/tags" Target="../tags/tag51.xml"/><Relationship Id="rId6" Type="http://schemas.openxmlformats.org/officeDocument/2006/relationships/image" Target="../media/image14.png"/><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5" Type="http://schemas.openxmlformats.org/officeDocument/2006/relationships/notesSlide" Target="../notesSlides/notesSlide9.xml"/><Relationship Id="rId14" Type="http://schemas.openxmlformats.org/officeDocument/2006/relationships/slideLayout" Target="../slideLayouts/slideLayout2.xml"/><Relationship Id="rId13" Type="http://schemas.openxmlformats.org/officeDocument/2006/relationships/tags" Target="../tags/tag54.xml"/><Relationship Id="rId12" Type="http://schemas.openxmlformats.org/officeDocument/2006/relationships/image" Target="../media/image17.png"/><Relationship Id="rId11" Type="http://schemas.openxmlformats.org/officeDocument/2006/relationships/tags" Target="../tags/tag53.xml"/><Relationship Id="rId10" Type="http://schemas.openxmlformats.org/officeDocument/2006/relationships/image" Target="../media/image16.png"/><Relationship Id="rId1" Type="http://schemas.openxmlformats.org/officeDocument/2006/relationships/tags" Target="../tags/tag46.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tags" Target="../tags/tag59.xml"/><Relationship Id="rId5" Type="http://schemas.openxmlformats.org/officeDocument/2006/relationships/image" Target="../media/image18.png"/><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tags" Target="../tags/tag64.xml"/><Relationship Id="rId5" Type="http://schemas.openxmlformats.org/officeDocument/2006/relationships/image" Target="../media/image19.png"/><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2.xml"/><Relationship Id="rId7" Type="http://schemas.openxmlformats.org/officeDocument/2006/relationships/tags" Target="../tags/tag6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xml"/><Relationship Id="rId7" Type="http://schemas.openxmlformats.org/officeDocument/2006/relationships/tags" Target="../tags/tag7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9.xml"/><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0" Type="http://schemas.openxmlformats.org/officeDocument/2006/relationships/notesSlide" Target="../notesSlides/notesSlide14.xml"/><Relationship Id="rId1" Type="http://schemas.openxmlformats.org/officeDocument/2006/relationships/tags" Target="../tags/tag75.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tags" Target="../tags/tag8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2.xml"/><Relationship Id="rId7" Type="http://schemas.openxmlformats.org/officeDocument/2006/relationships/tags" Target="../tags/tag8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4.xml"/><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notesSlide" Target="../notesSlides/notesSlide17.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图文框 9"/>
          <p:cNvSpPr/>
          <p:nvPr>
            <p:custDataLst>
              <p:tags r:id="rId1"/>
            </p:custDataLst>
          </p:nvPr>
        </p:nvSpPr>
        <p:spPr>
          <a:xfrm>
            <a:off x="501654" y="685169"/>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1" name="任意多边形: 形状 20"/>
          <p:cNvSpPr>
            <a:spLocks noChangeAspect="1"/>
          </p:cNvSpPr>
          <p:nvPr>
            <p:custDataLst>
              <p:tags r:id="rId2"/>
            </p:custDataLst>
          </p:nvPr>
        </p:nvSpPr>
        <p:spPr>
          <a:xfrm rot="10800000" flipH="1" flipV="1">
            <a:off x="972185" y="35877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3"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6" name="Title 6"/>
          <p:cNvSpPr txBox="1"/>
          <p:nvPr>
            <p:custDataLst>
              <p:tags r:id="rId4"/>
            </p:custDataLst>
          </p:nvPr>
        </p:nvSpPr>
        <p:spPr>
          <a:xfrm>
            <a:off x="914400" y="1920875"/>
            <a:ext cx="5340083" cy="30162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4000" b="1" spc="190" dirty="0">
                <a:solidFill>
                  <a:schemeClr val="accent1"/>
                </a:solidFill>
                <a:uFillTx/>
                <a:latin typeface="微软雅黑" panose="020B0503020204020204" charset="-122"/>
                <a:ea typeface="微软雅黑" panose="020B0503020204020204" charset="-122"/>
                <a:cs typeface="+mn-cs"/>
                <a:sym typeface="+mn-ea"/>
              </a:rPr>
              <a:t>1.浙邮惠转介版商户走访功能</a:t>
            </a:r>
            <a:endParaRPr altLang="zh-CN" sz="4000" spc="15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marL="393700" lvl="1" indent="0" algn="l" fontAlgn="auto">
              <a:lnSpc>
                <a:spcPct val="120000"/>
              </a:lnSpc>
              <a:spcBef>
                <a:spcPts val="0"/>
              </a:spcBef>
              <a:spcAft>
                <a:spcPts val="800"/>
              </a:spcAft>
              <a:buSzPct val="100000"/>
              <a:buFont typeface="Wingdings" panose="05000000000000000000" charset="0"/>
              <a:buNone/>
            </a:pPr>
            <a:endParaRPr altLang="zh-CN" sz="2100" spc="13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93700" lvl="1" indent="0" algn="l" fontAlgn="auto">
              <a:lnSpc>
                <a:spcPct val="120000"/>
              </a:lnSpc>
              <a:spcBef>
                <a:spcPts val="0"/>
              </a:spcBef>
              <a:spcAft>
                <a:spcPts val="800"/>
              </a:spcAft>
              <a:buSzPct val="100000"/>
              <a:buFont typeface="Wingdings" panose="05000000000000000000" charset="0"/>
              <a:buNone/>
            </a:pPr>
            <a:r>
              <a:rPr altLang="zh-CN" sz="2100" spc="13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商户首页【商户走访情况】，浙邮惠转介版可在首页查看名下商户整体走访情况，点击进入巡店打卡进入走访功能详情页面；商户详情页面“巡店记录”入口，可查看当前商户历史巡店情况</a:t>
            </a:r>
            <a:r>
              <a:rPr lang="zh-CN" sz="2100" spc="13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sz="2100" spc="13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7" name="图片 16" descr="placingpictureplaceholder"/>
          <p:cNvPicPr>
            <a:picLocks noChangeAspect="1"/>
          </p:cNvPicPr>
          <p:nvPr>
            <p:custDataLst>
              <p:tags r:id="rId5"/>
            </p:custDataLst>
          </p:nvPr>
        </p:nvPicPr>
        <p:blipFill>
          <a:blip r:embed="rId6"/>
          <a:srcRect/>
          <a:stretch>
            <a:fillRect/>
          </a:stretch>
        </p:blipFill>
        <p:spPr>
          <a:xfrm>
            <a:off x="6699534" y="1056422"/>
            <a:ext cx="2338046" cy="4723004"/>
          </a:xfrm>
          <a:prstGeom prst="rect">
            <a:avLst/>
          </a:prstGeom>
        </p:spPr>
      </p:pic>
      <p:pic>
        <p:nvPicPr>
          <p:cNvPr id="18" name="图片 17" descr="placingpictureplaceholder"/>
          <p:cNvPicPr>
            <a:picLocks noChangeAspect="1"/>
          </p:cNvPicPr>
          <p:nvPr>
            <p:custDataLst>
              <p:tags r:id="rId7"/>
            </p:custDataLst>
          </p:nvPr>
        </p:nvPicPr>
        <p:blipFill>
          <a:blip r:embed="rId8"/>
          <a:srcRect/>
          <a:stretch>
            <a:fillRect/>
          </a:stretch>
        </p:blipFill>
        <p:spPr>
          <a:xfrm>
            <a:off x="9132830" y="1056422"/>
            <a:ext cx="2284449" cy="4723004"/>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7" name="Title 6"/>
          <p:cNvSpPr txBox="1"/>
          <p:nvPr>
            <p:custDataLst>
              <p:tags r:id="rId4"/>
            </p:custDataLst>
          </p:nvPr>
        </p:nvSpPr>
        <p:spPr>
          <a:xfrm>
            <a:off x="932815" y="1795780"/>
            <a:ext cx="5340350" cy="362966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20000"/>
              </a:lnSpc>
              <a:spcBef>
                <a:spcPts val="0"/>
              </a:spcBef>
              <a:spcAft>
                <a:spcPts val="800"/>
              </a:spcAft>
              <a:buClrTx/>
              <a:buSzTx/>
              <a:buFont typeface="+mj-ea"/>
            </a:pPr>
            <a:r>
              <a:rPr altLang="zh-CN" sz="4600" b="1" spc="190" dirty="0">
                <a:solidFill>
                  <a:schemeClr val="accent1"/>
                </a:solidFill>
                <a:uFillTx/>
                <a:latin typeface="微软雅黑" panose="020B0503020204020204" charset="-122"/>
                <a:ea typeface="微软雅黑" panose="020B0503020204020204" charset="-122"/>
                <a:cs typeface="+mn-cs"/>
                <a:sym typeface="+mn-ea"/>
              </a:rPr>
              <a:t>1.1巡店打卡主页</a:t>
            </a:r>
            <a:endParaRPr altLang="zh-CN" sz="4600" b="1" spc="190" dirty="0">
              <a:solidFill>
                <a:schemeClr val="accent1"/>
              </a:solidFill>
              <a:uFillTx/>
              <a:latin typeface="微软雅黑" panose="020B0503020204020204" charset="-122"/>
              <a:ea typeface="微软雅黑" panose="020B0503020204020204" charset="-122"/>
              <a:cs typeface="+mn-cs"/>
              <a:sym typeface="+mn-ea"/>
            </a:endParaRPr>
          </a:p>
          <a:p>
            <a:pPr lvl="0" algn="l" fontAlgn="ctr">
              <a:lnSpc>
                <a:spcPct val="120000"/>
              </a:lnSpc>
              <a:spcBef>
                <a:spcPts val="0"/>
              </a:spcBef>
              <a:spcAft>
                <a:spcPts val="800"/>
              </a:spcAft>
              <a:buClrTx/>
              <a:buSzTx/>
              <a:buFont typeface="+mj-ea"/>
            </a:pPr>
            <a:endParaRPr altLang="zh-CN" sz="3100" b="1" spc="190" dirty="0">
              <a:solidFill>
                <a:schemeClr val="accent1"/>
              </a:solidFill>
              <a:uFillTx/>
              <a:latin typeface="微软雅黑" panose="020B0503020204020204" charset="-122"/>
              <a:ea typeface="微软雅黑" panose="020B0503020204020204" charset="-122"/>
              <a:cs typeface="+mn-cs"/>
              <a:sym typeface="+mn-ea"/>
            </a:endParaRPr>
          </a:p>
          <a:p>
            <a:pPr marL="355600" lvl="1" indent="0" algn="l" fontAlgn="auto">
              <a:lnSpc>
                <a:spcPct val="120000"/>
              </a:lnSpc>
              <a:spcBef>
                <a:spcPts val="0"/>
              </a:spcBef>
              <a:spcAft>
                <a:spcPts val="800"/>
              </a:spcAft>
              <a:buSzPct val="100000"/>
              <a:buFont typeface="Wingdings" panose="05000000000000000000" charset="0"/>
              <a:buNone/>
            </a:pPr>
            <a:r>
              <a:rPr lang="en-US" sz="271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altLang="zh-CN" sz="271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巡店打卡详情页面功能包含，名下商户总数与今日打卡商户总数、商户热力图、名下商户列表（根据进件顺序进行倒序排列），客户经理端可根据商户的交易时间与交易金额进行商户列表的筛选，其余机构层级仅能根据商户号与打卡时间，进行商户筛选</a:t>
            </a:r>
            <a:r>
              <a:rPr lang="zh-CN" sz="271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sz="271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5"/>
          <a:stretch>
            <a:fillRect/>
          </a:stretch>
        </p:blipFill>
        <p:spPr>
          <a:xfrm>
            <a:off x="7201535" y="704850"/>
            <a:ext cx="2600325" cy="544830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7" name="Title 6"/>
          <p:cNvSpPr txBox="1"/>
          <p:nvPr>
            <p:custDataLst>
              <p:tags r:id="rId4"/>
            </p:custDataLst>
          </p:nvPr>
        </p:nvSpPr>
        <p:spPr>
          <a:xfrm>
            <a:off x="932815" y="1795780"/>
            <a:ext cx="5340350" cy="362966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20000"/>
              </a:lnSpc>
              <a:spcBef>
                <a:spcPts val="0"/>
              </a:spcBef>
              <a:spcAft>
                <a:spcPts val="800"/>
              </a:spcAft>
              <a:buClrTx/>
              <a:buSzTx/>
              <a:buFont typeface="+mj-ea"/>
            </a:pPr>
            <a:r>
              <a:rPr altLang="zh-CN" sz="3600" b="1" spc="190" dirty="0">
                <a:solidFill>
                  <a:schemeClr val="accent1"/>
                </a:solidFill>
                <a:uFillTx/>
                <a:latin typeface="微软雅黑" panose="020B0503020204020204" charset="-122"/>
                <a:ea typeface="微软雅黑" panose="020B0503020204020204" charset="-122"/>
                <a:cs typeface="+mn-cs"/>
                <a:sym typeface="+mn-ea"/>
              </a:rPr>
              <a:t>1.2</a:t>
            </a:r>
            <a:r>
              <a:rPr lang="zh-CN" altLang="en-US" sz="3600" b="1" spc="190" dirty="0">
                <a:solidFill>
                  <a:schemeClr val="accent1"/>
                </a:solidFill>
                <a:uFillTx/>
                <a:latin typeface="微软雅黑" panose="020B0503020204020204" charset="-122"/>
                <a:ea typeface="微软雅黑" panose="020B0503020204020204" charset="-122"/>
                <a:cs typeface="+mn-cs"/>
                <a:sym typeface="+mn-ea"/>
              </a:rPr>
              <a:t>走访历史</a:t>
            </a:r>
            <a:endParaRPr altLang="zh-CN" sz="3600" b="1" spc="190" dirty="0">
              <a:solidFill>
                <a:schemeClr val="accent1"/>
              </a:solidFill>
              <a:uFillTx/>
              <a:latin typeface="微软雅黑" panose="020B0503020204020204" charset="-122"/>
              <a:ea typeface="微软雅黑" panose="020B0503020204020204" charset="-122"/>
              <a:cs typeface="+mn-cs"/>
              <a:sym typeface="+mn-ea"/>
            </a:endParaRPr>
          </a:p>
          <a:p>
            <a:pPr lvl="0" algn="l" fontAlgn="ctr">
              <a:lnSpc>
                <a:spcPct val="120000"/>
              </a:lnSpc>
              <a:spcBef>
                <a:spcPts val="0"/>
              </a:spcBef>
              <a:spcAft>
                <a:spcPts val="800"/>
              </a:spcAft>
              <a:buClrTx/>
              <a:buSzTx/>
              <a:buFont typeface="+mj-ea"/>
            </a:pPr>
            <a:endParaRPr altLang="zh-CN" sz="3100" b="1" spc="190" dirty="0">
              <a:solidFill>
                <a:schemeClr val="accent1"/>
              </a:solidFill>
              <a:uFillTx/>
              <a:latin typeface="微软雅黑" panose="020B0503020204020204" charset="-122"/>
              <a:ea typeface="微软雅黑" panose="020B0503020204020204" charset="-122"/>
              <a:cs typeface="+mn-cs"/>
              <a:sym typeface="+mn-ea"/>
            </a:endParaRPr>
          </a:p>
          <a:p>
            <a:pPr marL="355600" lvl="1" indent="0" algn="l" fontAlgn="auto">
              <a:lnSpc>
                <a:spcPct val="120000"/>
              </a:lnSpc>
              <a:spcBef>
                <a:spcPts val="0"/>
              </a:spcBef>
              <a:spcAft>
                <a:spcPts val="800"/>
              </a:spcAft>
              <a:buSzPct val="100000"/>
              <a:buFont typeface="Wingdings" panose="05000000000000000000" charset="0"/>
              <a:buNone/>
            </a:pPr>
            <a:r>
              <a:rPr lang="en-US" sz="271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en-US" sz="2000" spc="209"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查看针对名下商户走访历史情况，可查看具体的走访时间与备注，支持根据打卡时间与商户号的筛选</a:t>
            </a:r>
            <a:r>
              <a:rPr lang="zh-CN" altLang="en-US" sz="2000" spc="209"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endParaRPr lang="zh-CN" altLang="en-US" sz="2000" spc="209"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3" name="图片 4"/>
          <p:cNvPicPr>
            <a:picLocks noChangeAspect="1"/>
          </p:cNvPicPr>
          <p:nvPr/>
        </p:nvPicPr>
        <p:blipFill>
          <a:blip r:embed="rId5"/>
          <a:stretch>
            <a:fillRect/>
          </a:stretch>
        </p:blipFill>
        <p:spPr>
          <a:xfrm>
            <a:off x="7379970" y="714375"/>
            <a:ext cx="2575560" cy="5234940"/>
          </a:xfrm>
          <a:prstGeom prst="rect">
            <a:avLst/>
          </a:prstGeom>
          <a:noFill/>
          <a:ln>
            <a:noFill/>
          </a:ln>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53465" y="1019175"/>
            <a:ext cx="5200650" cy="538162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40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1.3商户热力图</a:t>
            </a:r>
            <a:endParaRPr altLang="zh-CN" sz="40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lvl="0" indent="0" algn="l" fontAlgn="ctr">
              <a:lnSpc>
                <a:spcPct val="120000"/>
              </a:lnSpc>
              <a:spcBef>
                <a:spcPts val="0"/>
              </a:spcBef>
              <a:spcAft>
                <a:spcPts val="800"/>
              </a:spcAft>
              <a:buSzPct val="100000"/>
              <a:buFont typeface="+mj-ea"/>
            </a:pPr>
            <a:endParaRPr altLang="zh-CN" sz="40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marL="304800" lvl="1" indent="0" algn="l" fontAlgn="auto">
              <a:lnSpc>
                <a:spcPct val="120000"/>
              </a:lnSpc>
              <a:spcBef>
                <a:spcPts val="0"/>
              </a:spcBef>
              <a:spcAft>
                <a:spcPts val="800"/>
              </a:spcAft>
              <a:buSzPct val="100000"/>
              <a:buFont typeface="Wingdings" panose="05000000000000000000" charset="0"/>
              <a:buNone/>
            </a:pPr>
            <a:r>
              <a:rPr lang="en-US"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  </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商户热力图默认为</a:t>
            </a:r>
            <a:r>
              <a:rPr u="none" spc="60" dirty="0">
                <a:ln w="3175">
                  <a:noFill/>
                  <a:prstDash val="dash"/>
                </a:ln>
                <a:solidFill>
                  <a:schemeClr val="accent6"/>
                </a:solidFill>
                <a:uFillTx/>
                <a:latin typeface="微软雅黑" panose="020B0503020204020204" charset="-122"/>
                <a:ea typeface="微软雅黑" panose="020B0503020204020204" charset="-122"/>
                <a:cs typeface="微软雅黑" panose="020B0503020204020204" charset="-122"/>
                <a:sym typeface="+mn-ea"/>
              </a:rPr>
              <a:t>“未开启点位”</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模式，</a:t>
            </a:r>
            <a:r>
              <a:rPr u="none" spc="60" dirty="0">
                <a:ln w="3175">
                  <a:noFill/>
                  <a:prstDash val="dash"/>
                </a:ln>
                <a:solidFill>
                  <a:schemeClr val="accent6"/>
                </a:solidFill>
                <a:uFillTx/>
                <a:latin typeface="微软雅黑" panose="020B0503020204020204" charset="-122"/>
                <a:ea typeface="微软雅黑" panose="020B0503020204020204" charset="-122"/>
                <a:cs typeface="微软雅黑" panose="020B0503020204020204" charset="-122"/>
                <a:sym typeface="+mn-ea"/>
              </a:rPr>
              <a:t>点位</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指的是商户的具体定位地址在地图中的显示，</a:t>
            </a:r>
            <a:r>
              <a:rPr u="none" spc="60" dirty="0">
                <a:ln w="3175">
                  <a:noFill/>
                  <a:prstDash val="dash"/>
                </a:ln>
                <a:solidFill>
                  <a:schemeClr val="accent6"/>
                </a:solidFill>
                <a:uFillTx/>
                <a:latin typeface="微软雅黑" panose="020B0503020204020204" charset="-122"/>
                <a:ea typeface="微软雅黑" panose="020B0503020204020204" charset="-122"/>
                <a:cs typeface="微软雅黑" panose="020B0503020204020204" charset="-122"/>
                <a:sym typeface="+mn-ea"/>
              </a:rPr>
              <a:t>“开启点位”</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将出现具体商户</a:t>
            </a:r>
            <a:r>
              <a:rPr lang="zh-CN"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进件详细地址的</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定位标志，热力图可查看商户分布在地图中的大致范围，首次进入热力图APP将申请获取当前定位权限，若不进行定位授权则实际定位将有所偏差无法获取商户距离与当前定位位置的实际距离，请首次申请权限时允许应用获取定位，由于热力图页面无法实时更新，当账号定位发生变更时，请点击上方的“更新定位”进行当前定位的重新更新</a:t>
            </a:r>
            <a:r>
              <a:rPr lang="zh-CN"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a:t>
            </a:r>
            <a:endParaRPr lang="zh-CN"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endParaRPr>
          </a:p>
          <a:p>
            <a:pPr marL="304800" lvl="1" indent="0" algn="l" fontAlgn="auto">
              <a:lnSpc>
                <a:spcPct val="120000"/>
              </a:lnSpc>
              <a:spcBef>
                <a:spcPts val="0"/>
              </a:spcBef>
              <a:spcAft>
                <a:spcPts val="800"/>
              </a:spcAft>
              <a:buSzPct val="100000"/>
              <a:buFont typeface="Wingdings" panose="05000000000000000000" charset="0"/>
              <a:buNone/>
            </a:pPr>
            <a:r>
              <a:rPr lang="en-US"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  </a:t>
            </a:r>
            <a:r>
              <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rPr>
              <a:t>点击热力图中任意的定位图标，将会显示该商户的详情的页面与地址，也可进行商户的导航定位与巡店打卡功能与商户列表中商户的导航与巡店打卡一致，客户经理可根据定位位置，查看附近距离较近的商户，直接导航到店打卡。</a:t>
            </a:r>
            <a:endParaRPr u="none" spc="60" dirty="0">
              <a:ln w="3175">
                <a:noFill/>
                <a:prstDash val="dash"/>
              </a:ln>
              <a:solidFill>
                <a:srgbClr val="404040"/>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5"/>
          <a:stretch>
            <a:fillRect/>
          </a:stretch>
        </p:blipFill>
        <p:spPr>
          <a:xfrm>
            <a:off x="7152640" y="677545"/>
            <a:ext cx="2640330" cy="550291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53567" y="1384205"/>
            <a:ext cx="5200916" cy="408959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1.4导航/巡店打卡</a:t>
            </a:r>
            <a:endPar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lvl="0" indent="0" algn="l" fontAlgn="ctr">
              <a:lnSpc>
                <a:spcPct val="120000"/>
              </a:lnSpc>
              <a:spcBef>
                <a:spcPts val="0"/>
              </a:spcBef>
              <a:spcAft>
                <a:spcPts val="800"/>
              </a:spcAft>
              <a:buSzPct val="100000"/>
              <a:buFont typeface="+mj-ea"/>
            </a:pPr>
            <a:endParaRPr altLang="zh-CN" sz="28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marL="304800" lvl="1" indent="0" algn="l" fontAlgn="auto">
              <a:lnSpc>
                <a:spcPct val="120000"/>
              </a:lnSpc>
              <a:spcBef>
                <a:spcPts val="0"/>
              </a:spcBef>
              <a:spcAft>
                <a:spcPts val="800"/>
              </a:spcAft>
              <a:buSzPct val="100000"/>
              <a:buFont typeface="Wingdings" panose="05000000000000000000" charset="0"/>
              <a:buNone/>
            </a:pPr>
            <a:r>
              <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rPr>
              <a:t>对于需要打卡的商户，可直接点击“导航”按钮进行商户进件时候填写的地址进行导航到点走访打卡（若商户的地址有变更请在商户资料修改中进行及时变更避免造成打卡失败问题）打卡范围为客户经理定位100米辐射范围，超出位置无法进行打卡，在处于打卡范围内进行打卡可填写备注，备注默认100个字以内，一天允许多次更新打卡。</a:t>
            </a:r>
            <a:endPar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sp>
        <p:nvSpPr>
          <p:cNvPr id="16" name="PA-矩形 6"/>
          <p:cNvSpPr/>
          <p:nvPr>
            <p:custDataLst>
              <p:tags r:id="rId5"/>
            </p:custDataLst>
          </p:nvPr>
        </p:nvSpPr>
        <p:spPr>
          <a:xfrm>
            <a:off x="10247342" y="1165932"/>
            <a:ext cx="842135" cy="753723"/>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 name="图片 10"/>
          <p:cNvPicPr>
            <a:picLocks noChangeAspect="1"/>
          </p:cNvPicPr>
          <p:nvPr/>
        </p:nvPicPr>
        <p:blipFill>
          <a:blip r:embed="rId6"/>
          <a:stretch>
            <a:fillRect/>
          </a:stretch>
        </p:blipFill>
        <p:spPr>
          <a:xfrm>
            <a:off x="6569393" y="909003"/>
            <a:ext cx="2459355" cy="5039995"/>
          </a:xfrm>
          <a:prstGeom prst="rect">
            <a:avLst/>
          </a:prstGeom>
          <a:noFill/>
          <a:ln>
            <a:noFill/>
          </a:ln>
        </p:spPr>
      </p:pic>
      <p:pic>
        <p:nvPicPr>
          <p:cNvPr id="2" name="图片 11"/>
          <p:cNvPicPr>
            <a:picLocks noChangeAspect="1"/>
          </p:cNvPicPr>
          <p:nvPr/>
        </p:nvPicPr>
        <p:blipFill>
          <a:blip r:embed="rId7"/>
          <a:stretch>
            <a:fillRect/>
          </a:stretch>
        </p:blipFill>
        <p:spPr>
          <a:xfrm>
            <a:off x="9029065" y="909003"/>
            <a:ext cx="2465070" cy="5039995"/>
          </a:xfrm>
          <a:prstGeom prst="rect">
            <a:avLst/>
          </a:prstGeom>
          <a:noFill/>
          <a:ln>
            <a:noFill/>
          </a:ln>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1.5巡店</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报表</a:t>
            </a:r>
            <a:endPar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5"/>
          <a:stretch>
            <a:fillRect/>
          </a:stretch>
        </p:blipFill>
        <p:spPr>
          <a:xfrm>
            <a:off x="1577975" y="1953260"/>
            <a:ext cx="8679815" cy="413258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53567" y="1384205"/>
            <a:ext cx="5200916" cy="408959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2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2.意向商户标记操作手册</a:t>
            </a:r>
            <a:endParaRPr altLang="zh-CN" sz="32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lvl="0" indent="0" algn="l" fontAlgn="ctr">
              <a:lnSpc>
                <a:spcPct val="120000"/>
              </a:lnSpc>
              <a:spcBef>
                <a:spcPts val="0"/>
              </a:spcBef>
              <a:spcAft>
                <a:spcPts val="800"/>
              </a:spcAft>
              <a:buSzPct val="100000"/>
              <a:buFont typeface="+mj-ea"/>
            </a:pPr>
            <a:endParaRPr altLang="zh-CN" sz="28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marL="304800" lvl="1" indent="0" algn="l" fontAlgn="auto">
              <a:lnSpc>
                <a:spcPct val="120000"/>
              </a:lnSpc>
              <a:spcBef>
                <a:spcPts val="0"/>
              </a:spcBef>
              <a:spcAft>
                <a:spcPts val="800"/>
              </a:spcAft>
              <a:buSzPct val="100000"/>
              <a:buFont typeface="Wingdings" panose="05000000000000000000" charset="0"/>
              <a:buNone/>
            </a:pPr>
            <a:r>
              <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rPr>
              <a:t>商户热力图模块新增【意向商户标记】功能</a:t>
            </a:r>
            <a:r>
              <a:rPr lang="zh-CN"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rPr>
              <a:t>。</a:t>
            </a:r>
            <a:r>
              <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rPr>
              <a:t>客户经理可通过【巡店打卡】—【商户热力图】进入意向商户标记功能，对意向商户进行资料的预录入，录入字段包含：商户姓名、联系方式、经营地址（地址前缀默认获取当前定位信息省市区县，详细地址需在经营地址后添加，未做出添加修改动作则无法新增意向标记）</a:t>
            </a:r>
            <a:endPar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sp>
        <p:nvSpPr>
          <p:cNvPr id="16" name="PA-矩形 6"/>
          <p:cNvSpPr/>
          <p:nvPr>
            <p:custDataLst>
              <p:tags r:id="rId5"/>
            </p:custDataLst>
          </p:nvPr>
        </p:nvSpPr>
        <p:spPr>
          <a:xfrm>
            <a:off x="10247342" y="1165932"/>
            <a:ext cx="842135" cy="753723"/>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IMG_256"/>
          <p:cNvPicPr>
            <a:picLocks noChangeAspect="1"/>
          </p:cNvPicPr>
          <p:nvPr/>
        </p:nvPicPr>
        <p:blipFill>
          <a:blip r:embed="rId6"/>
          <a:stretch>
            <a:fillRect/>
          </a:stretch>
        </p:blipFill>
        <p:spPr>
          <a:xfrm>
            <a:off x="6423978" y="824230"/>
            <a:ext cx="2520315" cy="5209540"/>
          </a:xfrm>
          <a:prstGeom prst="rect">
            <a:avLst/>
          </a:prstGeom>
          <a:noFill/>
          <a:ln w="9525">
            <a:solidFill>
              <a:schemeClr val="bg2"/>
            </a:solidFill>
          </a:ln>
        </p:spPr>
      </p:pic>
      <p:pic>
        <p:nvPicPr>
          <p:cNvPr id="4" name="图片 4" descr="IMG_256"/>
          <p:cNvPicPr>
            <a:picLocks noChangeAspect="1"/>
          </p:cNvPicPr>
          <p:nvPr/>
        </p:nvPicPr>
        <p:blipFill>
          <a:blip r:embed="rId7"/>
          <a:stretch>
            <a:fillRect/>
          </a:stretch>
        </p:blipFill>
        <p:spPr>
          <a:xfrm>
            <a:off x="8988743" y="824230"/>
            <a:ext cx="2557145" cy="5209540"/>
          </a:xfrm>
          <a:prstGeom prst="rect">
            <a:avLst/>
          </a:prstGeom>
          <a:noFill/>
          <a:ln w="9525">
            <a:solidFill>
              <a:schemeClr val="bg2"/>
            </a:solidFill>
          </a:ln>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53567" y="1384205"/>
            <a:ext cx="5200916" cy="408959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2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2.1意向商户</a:t>
            </a:r>
            <a:r>
              <a:rPr lang="zh-CN" altLang="en-US" sz="32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查看</a:t>
            </a:r>
            <a:endParaRPr altLang="zh-CN" sz="32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lvl="0" indent="0" algn="l" fontAlgn="ctr">
              <a:lnSpc>
                <a:spcPct val="120000"/>
              </a:lnSpc>
              <a:spcBef>
                <a:spcPts val="0"/>
              </a:spcBef>
              <a:spcAft>
                <a:spcPts val="800"/>
              </a:spcAft>
              <a:buSzPct val="100000"/>
              <a:buFont typeface="+mj-ea"/>
            </a:pPr>
            <a:endParaRPr altLang="zh-CN" sz="28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marL="304800" lvl="1" indent="0" algn="l" fontAlgn="auto">
              <a:lnSpc>
                <a:spcPct val="120000"/>
              </a:lnSpc>
              <a:spcBef>
                <a:spcPts val="0"/>
              </a:spcBef>
              <a:spcAft>
                <a:spcPts val="800"/>
              </a:spcAft>
              <a:buSzPct val="100000"/>
              <a:buFont typeface="Wingdings" panose="05000000000000000000" charset="0"/>
              <a:buNone/>
            </a:pPr>
            <a:r>
              <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rPr>
              <a:t>意向商户可在两处进件查看，一处为热力图中蓝色标记点，一处为巡店打卡模块中【意向商户列表】模块中；新增的意向商户将在商户热力图中标记为蓝色标记点，标记过后的意向商户将在【意向商户列表】中显示，点击蓝色标记点也可查看当前意向商户卡片，卡片资料中包含商户经营地址与客户经理实际定位点距离，客户经理可针对距离长短进行走访意向商户拓展进件。后续可针对意向商户进行转换进件动作。）</a:t>
            </a:r>
            <a:endPar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sp>
        <p:nvSpPr>
          <p:cNvPr id="16" name="PA-矩形 6"/>
          <p:cNvSpPr/>
          <p:nvPr>
            <p:custDataLst>
              <p:tags r:id="rId5"/>
            </p:custDataLst>
          </p:nvPr>
        </p:nvSpPr>
        <p:spPr>
          <a:xfrm>
            <a:off x="10247342" y="1165932"/>
            <a:ext cx="842135" cy="753723"/>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3" descr="IMG_256"/>
          <p:cNvPicPr>
            <a:picLocks noChangeAspect="1"/>
          </p:cNvPicPr>
          <p:nvPr/>
        </p:nvPicPr>
        <p:blipFill>
          <a:blip r:embed="rId6"/>
          <a:stretch>
            <a:fillRect/>
          </a:stretch>
        </p:blipFill>
        <p:spPr>
          <a:xfrm>
            <a:off x="6330950" y="820420"/>
            <a:ext cx="2542540" cy="5217160"/>
          </a:xfrm>
          <a:prstGeom prst="rect">
            <a:avLst/>
          </a:prstGeom>
          <a:noFill/>
          <a:ln w="9525">
            <a:solidFill>
              <a:schemeClr val="bg2"/>
            </a:solidFill>
          </a:ln>
        </p:spPr>
      </p:pic>
      <p:pic>
        <p:nvPicPr>
          <p:cNvPr id="6" name="图片 6" descr="IMG_256"/>
          <p:cNvPicPr>
            <a:picLocks noChangeAspect="1"/>
          </p:cNvPicPr>
          <p:nvPr/>
        </p:nvPicPr>
        <p:blipFill>
          <a:blip r:embed="rId7"/>
          <a:stretch>
            <a:fillRect/>
          </a:stretch>
        </p:blipFill>
        <p:spPr>
          <a:xfrm>
            <a:off x="9021128" y="820420"/>
            <a:ext cx="2555875" cy="5187950"/>
          </a:xfrm>
          <a:prstGeom prst="rect">
            <a:avLst/>
          </a:prstGeom>
          <a:noFill/>
          <a:ln w="9525">
            <a:solidFill>
              <a:schemeClr val="bg2"/>
            </a:solidFill>
          </a:ln>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6"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0"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2" name="Title 6"/>
          <p:cNvSpPr txBox="1"/>
          <p:nvPr>
            <p:custDataLst>
              <p:tags r:id="rId4"/>
            </p:custDataLst>
          </p:nvPr>
        </p:nvSpPr>
        <p:spPr>
          <a:xfrm>
            <a:off x="758201" y="1630680"/>
            <a:ext cx="4959616" cy="367411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20000"/>
              </a:lnSpc>
              <a:spcBef>
                <a:spcPts val="0"/>
              </a:spcBef>
              <a:spcAft>
                <a:spcPts val="800"/>
              </a:spcAft>
              <a:buClrTx/>
              <a:buSzTx/>
              <a:buFont typeface="+mj-ea"/>
            </a:pPr>
            <a:r>
              <a:rPr altLang="zh-CN" sz="2800" b="1"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2.2意向商户转换进件商户</a:t>
            </a:r>
            <a:endParaRPr altLang="zh-CN" sz="2800" b="1"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lvl="0" algn="l" fontAlgn="ctr">
              <a:lnSpc>
                <a:spcPct val="120000"/>
              </a:lnSpc>
              <a:spcBef>
                <a:spcPts val="0"/>
              </a:spcBef>
              <a:spcAft>
                <a:spcPts val="800"/>
              </a:spcAft>
              <a:buClrTx/>
              <a:buSzTx/>
              <a:buFont typeface="+mj-ea"/>
            </a:pPr>
            <a:endParaRPr altLang="zh-CN" sz="2800" b="1"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a:p>
            <a:pPr marL="355600" lvl="1" indent="0" algn="l" fontAlgn="auto">
              <a:lnSpc>
                <a:spcPct val="120000"/>
              </a:lnSpc>
              <a:spcBef>
                <a:spcPts val="0"/>
              </a:spcBef>
              <a:spcAft>
                <a:spcPts val="800"/>
              </a:spcAft>
              <a:buSzPct val="100000"/>
              <a:buFont typeface="Wingdings" panose="05000000000000000000" charset="0"/>
              <a:buNone/>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客户经理可查看名下标记的意向商户列表，未做转换进件的意向商户均在列表中展示，已做转换进件的意向商户将从列表中移除，客户经理需要在【商户】模块列表中查看意向商户进件情况。转换进件将一键跳转至进件通道选择入口，后续进件动作同普通商户进件动作。已录入的商户资料在进件动作中，我们将自动录入进转介信息中。</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17" name="图片 16" descr="placingpictureplaceholder"/>
          <p:cNvPicPr>
            <a:picLocks noChangeAspect="1"/>
          </p:cNvPicPr>
          <p:nvPr>
            <p:custDataLst>
              <p:tags r:id="rId5"/>
            </p:custDataLst>
          </p:nvPr>
        </p:nvPicPr>
        <p:blipFill>
          <a:blip r:embed="rId6"/>
          <a:srcRect/>
          <a:stretch>
            <a:fillRect/>
          </a:stretch>
        </p:blipFill>
        <p:spPr>
          <a:xfrm>
            <a:off x="5824855" y="1047317"/>
            <a:ext cx="2199021" cy="4593953"/>
          </a:xfrm>
          <a:prstGeom prst="rect">
            <a:avLst/>
          </a:prstGeom>
        </p:spPr>
      </p:pic>
      <p:pic>
        <p:nvPicPr>
          <p:cNvPr id="18" name="图片 17" descr="placingpictureplaceholder"/>
          <p:cNvPicPr>
            <a:picLocks noChangeAspect="1"/>
          </p:cNvPicPr>
          <p:nvPr>
            <p:custDataLst>
              <p:tags r:id="rId7"/>
            </p:custDataLst>
          </p:nvPr>
        </p:nvPicPr>
        <p:blipFill>
          <a:blip r:embed="rId8"/>
          <a:srcRect/>
          <a:stretch>
            <a:fillRect/>
          </a:stretch>
        </p:blipFill>
        <p:spPr>
          <a:xfrm>
            <a:off x="8154057" y="1014936"/>
            <a:ext cx="2193775" cy="4626599"/>
          </a:xfrm>
          <a:prstGeom prst="rect">
            <a:avLst/>
          </a:prstGeom>
        </p:spPr>
      </p:pic>
      <p:pic>
        <p:nvPicPr>
          <p:cNvPr id="19" name="图片 18" descr="placingpictureplaceholder"/>
          <p:cNvPicPr>
            <a:picLocks noChangeAspect="1"/>
          </p:cNvPicPr>
          <p:nvPr>
            <p:custDataLst>
              <p:tags r:id="rId9"/>
            </p:custDataLst>
          </p:nvPr>
        </p:nvPicPr>
        <p:blipFill>
          <a:blip r:embed="rId10"/>
          <a:srcRect/>
          <a:stretch>
            <a:fillRect/>
          </a:stretch>
        </p:blipFill>
        <p:spPr>
          <a:xfrm>
            <a:off x="10477288" y="1014936"/>
            <a:ext cx="1140390" cy="2140030"/>
          </a:xfrm>
          <a:prstGeom prst="rect">
            <a:avLst/>
          </a:prstGeom>
        </p:spPr>
      </p:pic>
      <p:pic>
        <p:nvPicPr>
          <p:cNvPr id="20" name="图片 19" descr="placingpictureplaceholder"/>
          <p:cNvPicPr>
            <a:picLocks noChangeAspect="1"/>
          </p:cNvPicPr>
          <p:nvPr>
            <p:custDataLst>
              <p:tags r:id="rId11"/>
            </p:custDataLst>
          </p:nvPr>
        </p:nvPicPr>
        <p:blipFill>
          <a:blip r:embed="rId12"/>
          <a:srcRect/>
          <a:stretch>
            <a:fillRect/>
          </a:stretch>
        </p:blipFill>
        <p:spPr>
          <a:xfrm>
            <a:off x="10477288" y="3284424"/>
            <a:ext cx="1140390" cy="2357112"/>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2.3</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意向</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报表</a:t>
            </a:r>
            <a:endParaRPr u="none" spc="60"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5"/>
          <a:stretch>
            <a:fillRect/>
          </a:stretch>
        </p:blipFill>
        <p:spPr>
          <a:xfrm>
            <a:off x="1564640" y="1986915"/>
            <a:ext cx="8942070" cy="409448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197610" y="2777490"/>
            <a:ext cx="5646420" cy="1659890"/>
          </a:xfrm>
          <a:prstGeom prst="rect">
            <a:avLst/>
          </a:prstGeom>
          <a:noFill/>
        </p:spPr>
        <p:txBody>
          <a:bodyPr wrap="square" rtlCol="0" anchor="t">
            <a:noAutofit/>
          </a:bodyPr>
          <a:p>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1.增加名下商户搜索功能；</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pPr algn="l">
              <a:buClrTx/>
              <a:buSzTx/>
              <a:buFontTx/>
            </a:pPr>
            <a:endPar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r>
              <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显示该账户名下所有进件成功商户，客户经理端可进行打卡，机构端无法进行打卡操作。</a:t>
            </a:r>
            <a:endPar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5"/>
          <a:stretch>
            <a:fillRect/>
          </a:stretch>
        </p:blipFill>
        <p:spPr>
          <a:xfrm>
            <a:off x="7989570" y="654050"/>
            <a:ext cx="2159635" cy="530225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072515" y="2585085"/>
            <a:ext cx="5646420" cy="3259455"/>
          </a:xfrm>
          <a:prstGeom prst="rect">
            <a:avLst/>
          </a:prstGeom>
          <a:noFill/>
        </p:spPr>
        <p:txBody>
          <a:bodyPr wrap="square" rtlCol="0" anchor="t">
            <a:noAutofit/>
          </a:bodyPr>
          <a:p>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2.</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增加巡店打卡商户明细数据，展示商户巡店已打卡明细；</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展示名下已巡店过的商户明细，每一条巡店打卡记录均能统计在列表中，通过巡店时间以及商户号的筛选可查看某一商户的具体打卡明细，累计打卡次数最新商户打卡次数</a:t>
            </a:r>
            <a:r>
              <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。目前巡店打卡列表为账号名下已打卡过的商户列表，一个商户仅留有一条列表记录，若想查看具体的巡店明细，可点击“历史巡店记录”查看历史巡店记录。</a:t>
            </a:r>
            <a:endParaRPr lang="zh-CN" altLang="en-US" sz="1800" b="1" spc="80" dirty="0" smtClean="0">
              <a:ln w="3175">
                <a:noFill/>
                <a:prstDash val="dash"/>
              </a:ln>
              <a:effectLst/>
              <a:uFillTx/>
              <a:latin typeface="微软雅黑" panose="020B0503020204020204" charset="-122"/>
              <a:ea typeface="微软雅黑" panose="020B0503020204020204" charset="-122"/>
              <a:cs typeface="微软雅黑" panose="020B0503020204020204" charset="-122"/>
            </a:endParaRPr>
          </a:p>
        </p:txBody>
      </p:sp>
      <p:pic>
        <p:nvPicPr>
          <p:cNvPr id="6" name="图片 2"/>
          <p:cNvPicPr>
            <a:picLocks noChangeAspect="1"/>
          </p:cNvPicPr>
          <p:nvPr/>
        </p:nvPicPr>
        <p:blipFill>
          <a:blip r:embed="rId5"/>
          <a:stretch>
            <a:fillRect/>
          </a:stretch>
        </p:blipFill>
        <p:spPr>
          <a:xfrm>
            <a:off x="6718935" y="804228"/>
            <a:ext cx="2316480" cy="5039995"/>
          </a:xfrm>
          <a:prstGeom prst="rect">
            <a:avLst/>
          </a:prstGeom>
          <a:noFill/>
          <a:ln>
            <a:noFill/>
          </a:ln>
        </p:spPr>
      </p:pic>
      <p:pic>
        <p:nvPicPr>
          <p:cNvPr id="7" name="图片 3"/>
          <p:cNvPicPr>
            <a:picLocks noChangeAspect="1"/>
          </p:cNvPicPr>
          <p:nvPr/>
        </p:nvPicPr>
        <p:blipFill>
          <a:blip r:embed="rId6"/>
          <a:stretch>
            <a:fillRect/>
          </a:stretch>
        </p:blipFill>
        <p:spPr>
          <a:xfrm>
            <a:off x="9234488" y="804228"/>
            <a:ext cx="2328545" cy="5039995"/>
          </a:xfrm>
          <a:prstGeom prst="rect">
            <a:avLst/>
          </a:prstGeom>
          <a:noFill/>
          <a:ln>
            <a:noFill/>
          </a:ln>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819785" y="3429000"/>
            <a:ext cx="6096000" cy="460375"/>
          </a:xfrm>
          <a:prstGeom prst="rect">
            <a:avLst/>
          </a:prstGeom>
          <a:noFill/>
        </p:spPr>
        <p:txBody>
          <a:bodyPr wrap="square" rtlCol="0" anchor="t">
            <a:spAutoFit/>
          </a:bodyPr>
          <a:p>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3</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.巡店打卡商户数据明细及</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汇总</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5"/>
          <a:stretch>
            <a:fillRect/>
          </a:stretch>
        </p:blipFill>
        <p:spPr>
          <a:xfrm>
            <a:off x="6273165" y="812800"/>
            <a:ext cx="2230755" cy="5476875"/>
          </a:xfrm>
          <a:prstGeom prst="rect">
            <a:avLst/>
          </a:prstGeom>
        </p:spPr>
      </p:pic>
      <p:pic>
        <p:nvPicPr>
          <p:cNvPr id="5" name="图片 4"/>
          <p:cNvPicPr>
            <a:picLocks noChangeAspect="1"/>
          </p:cNvPicPr>
          <p:nvPr/>
        </p:nvPicPr>
        <p:blipFill>
          <a:blip r:embed="rId6"/>
          <a:stretch>
            <a:fillRect/>
          </a:stretch>
        </p:blipFill>
        <p:spPr>
          <a:xfrm>
            <a:off x="8742045" y="812800"/>
            <a:ext cx="2268855" cy="5450840"/>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633730" y="2665095"/>
            <a:ext cx="4643755" cy="2897505"/>
          </a:xfrm>
          <a:prstGeom prst="rect">
            <a:avLst/>
          </a:prstGeom>
          <a:noFill/>
        </p:spPr>
        <p:txBody>
          <a:bodyPr wrap="square" rtlCol="0" anchor="t">
            <a:noAutofit/>
          </a:bodyPr>
          <a:p>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4</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a:t>
            </a:r>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 </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商户进件地理位置</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校</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rPr>
              <a:t>正更新；</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sym typeface="+mn-ea"/>
            </a:endParaRPr>
          </a:p>
          <a:p>
            <a:endPar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pPr algn="l">
              <a:buClrTx/>
              <a:buSzTx/>
              <a:buFontTx/>
            </a:pPr>
            <a:r>
              <a:rPr 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可在巡店打卡</a:t>
            </a:r>
            <a:r>
              <a:rPr lang="en-US"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校</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正地址，或商户基本热力图</a:t>
            </a:r>
            <a:r>
              <a:rPr lang="en-US"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当前商户</a:t>
            </a:r>
            <a:r>
              <a:rPr lang="en-US"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校正地址，</a:t>
            </a:r>
            <a:r>
              <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可对商户</a:t>
            </a:r>
            <a:r>
              <a:rPr 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地理</a:t>
            </a:r>
            <a:r>
              <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位置手动进行重新</a:t>
            </a:r>
            <a:r>
              <a:rPr 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校</a:t>
            </a:r>
            <a:r>
              <a:rPr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正</a:t>
            </a:r>
            <a:r>
              <a:rPr 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2" name="图片 1" descr="fcdb2a5c558d653ce9f068bb09d9d61"/>
          <p:cNvPicPr>
            <a:picLocks noChangeAspect="1"/>
          </p:cNvPicPr>
          <p:nvPr/>
        </p:nvPicPr>
        <p:blipFill>
          <a:blip r:embed="rId5"/>
          <a:stretch>
            <a:fillRect/>
          </a:stretch>
        </p:blipFill>
        <p:spPr>
          <a:xfrm>
            <a:off x="7419340" y="1097915"/>
            <a:ext cx="2065655" cy="4691380"/>
          </a:xfrm>
          <a:prstGeom prst="rect">
            <a:avLst/>
          </a:prstGeom>
        </p:spPr>
      </p:pic>
      <p:pic>
        <p:nvPicPr>
          <p:cNvPr id="4" name="图片 3" descr="f4e8d18fdb70335eeeea284a46462d4"/>
          <p:cNvPicPr>
            <a:picLocks noChangeAspect="1"/>
          </p:cNvPicPr>
          <p:nvPr/>
        </p:nvPicPr>
        <p:blipFill>
          <a:blip r:embed="rId6"/>
          <a:stretch>
            <a:fillRect/>
          </a:stretch>
        </p:blipFill>
        <p:spPr>
          <a:xfrm>
            <a:off x="9539605" y="1097915"/>
            <a:ext cx="2132330" cy="4690745"/>
          </a:xfrm>
          <a:prstGeom prst="rect">
            <a:avLst/>
          </a:prstGeom>
        </p:spPr>
      </p:pic>
      <p:pic>
        <p:nvPicPr>
          <p:cNvPr id="5" name="图片 4" descr="d84c7b961bdf6d9da6914eba3b6188e"/>
          <p:cNvPicPr>
            <a:picLocks noChangeAspect="1"/>
          </p:cNvPicPr>
          <p:nvPr/>
        </p:nvPicPr>
        <p:blipFill>
          <a:blip r:embed="rId7"/>
          <a:stretch>
            <a:fillRect/>
          </a:stretch>
        </p:blipFill>
        <p:spPr>
          <a:xfrm>
            <a:off x="5207635" y="1097915"/>
            <a:ext cx="2157095" cy="4692015"/>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819785" y="2275205"/>
            <a:ext cx="4478020" cy="1822450"/>
          </a:xfrm>
          <a:prstGeom prst="rect">
            <a:avLst/>
          </a:prstGeom>
          <a:noFill/>
        </p:spPr>
        <p:txBody>
          <a:bodyPr wrap="square" rtlCol="0" anchor="t">
            <a:noAutofit/>
          </a:bodyPr>
          <a:p>
            <a:endPar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5.</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增加客户经理当前定位标识，显示当前客户经理位置；</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（意向蓝色，高频红色，其他绿色）</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p:txBody>
      </p:sp>
      <p:pic>
        <p:nvPicPr>
          <p:cNvPr id="4" name="图片 3" descr="ba61741fe0bb1fcc9de09520e702fd8"/>
          <p:cNvPicPr>
            <a:picLocks noChangeAspect="1"/>
          </p:cNvPicPr>
          <p:nvPr/>
        </p:nvPicPr>
        <p:blipFill>
          <a:blip r:embed="rId5"/>
          <a:stretch>
            <a:fillRect/>
          </a:stretch>
        </p:blipFill>
        <p:spPr>
          <a:xfrm>
            <a:off x="5682615" y="651510"/>
            <a:ext cx="2557780" cy="5559425"/>
          </a:xfrm>
          <a:prstGeom prst="rect">
            <a:avLst/>
          </a:prstGeom>
        </p:spPr>
      </p:pic>
      <p:pic>
        <p:nvPicPr>
          <p:cNvPr id="5" name="图片 4" descr="132aa5b6d452120eba967df8c84cc21"/>
          <p:cNvPicPr>
            <a:picLocks noChangeAspect="1"/>
          </p:cNvPicPr>
          <p:nvPr/>
        </p:nvPicPr>
        <p:blipFill>
          <a:blip r:embed="rId6"/>
          <a:stretch>
            <a:fillRect/>
          </a:stretch>
        </p:blipFill>
        <p:spPr>
          <a:xfrm>
            <a:off x="8555355" y="651510"/>
            <a:ext cx="2557145" cy="5558790"/>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3.1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优化新上线</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000125" y="2332355"/>
            <a:ext cx="5453380" cy="3778250"/>
          </a:xfrm>
          <a:prstGeom prst="rect">
            <a:avLst/>
          </a:prstGeom>
          <a:noFill/>
        </p:spPr>
        <p:txBody>
          <a:bodyPr wrap="square" rtlCol="0" anchor="t">
            <a:noAutofit/>
          </a:bodyPr>
          <a:p>
            <a:r>
              <a:rPr lang="en-US" altLang="zh-CN"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6.</a:t>
            </a:r>
            <a:r>
              <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rPr>
              <a:t>增加网点位置，还有以网点为圆心五百米、一千米、两千米的辐射圈显示；</a:t>
            </a:r>
            <a:endParaRPr lang="zh-CN" altLang="en-US" sz="2400" b="1" spc="80" dirty="0" smtClean="0">
              <a:ln w="3175">
                <a:noFill/>
                <a:prstDash val="dash"/>
              </a:ln>
              <a:solidFill>
                <a:srgbClr val="4472C4"/>
              </a:solidFill>
              <a:effectLst/>
              <a:uFillTx/>
              <a:latin typeface="微软雅黑" panose="020B0503020204020204" charset="-122"/>
              <a:ea typeface="微软雅黑" panose="020B0503020204020204" charset="-122"/>
              <a:cs typeface="微软雅黑" panose="020B0503020204020204" charset="-122"/>
            </a:endParaRPr>
          </a:p>
          <a:p>
            <a:pPr algn="l">
              <a:buClrTx/>
              <a:buSzTx/>
              <a:buFontTx/>
            </a:pP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根据浙江邮政的网点信息，在热力图的范围内显示对应的网点标志，点击网点标志可查看具体的网点信息，可进行对应网点的导航。</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默认进入热力图中不显示网点与商户的点位信息，只有点击对应的点位后才会展示，因商户与网点存在在热力图中会被相互覆盖的情况，因此点击“点位信息”时候网点信息不会存在，点击“网点信息”情况下商户的点位信息不会存在。）</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4" name="图片 3" descr="4622829c84e31ff31778554fe04e694"/>
          <p:cNvPicPr>
            <a:picLocks noChangeAspect="1"/>
          </p:cNvPicPr>
          <p:nvPr/>
        </p:nvPicPr>
        <p:blipFill>
          <a:blip r:embed="rId5"/>
          <a:stretch>
            <a:fillRect/>
          </a:stretch>
        </p:blipFill>
        <p:spPr>
          <a:xfrm>
            <a:off x="6453505" y="706120"/>
            <a:ext cx="2263775" cy="4923790"/>
          </a:xfrm>
          <a:prstGeom prst="rect">
            <a:avLst/>
          </a:prstGeom>
        </p:spPr>
      </p:pic>
      <p:sp>
        <p:nvSpPr>
          <p:cNvPr id="7" name="文本框 6"/>
          <p:cNvSpPr txBox="1"/>
          <p:nvPr/>
        </p:nvSpPr>
        <p:spPr>
          <a:xfrm>
            <a:off x="6842760" y="5717540"/>
            <a:ext cx="1371600" cy="275590"/>
          </a:xfrm>
          <a:prstGeom prst="rect">
            <a:avLst/>
          </a:prstGeom>
          <a:noFill/>
        </p:spPr>
        <p:txBody>
          <a:bodyPr wrap="square" rtlCol="0">
            <a:spAutoFit/>
          </a:bodyPr>
          <a:p>
            <a:pPr algn="ctr"/>
            <a:r>
              <a:rPr lang="zh-CN" altLang="en-US" sz="1200"/>
              <a:t>网点位置</a:t>
            </a:r>
            <a:endParaRPr lang="zh-CN" altLang="en-US" sz="1200"/>
          </a:p>
        </p:txBody>
      </p:sp>
      <p:sp>
        <p:nvSpPr>
          <p:cNvPr id="8" name="文本框 7"/>
          <p:cNvSpPr txBox="1"/>
          <p:nvPr/>
        </p:nvSpPr>
        <p:spPr>
          <a:xfrm>
            <a:off x="9166225" y="5717540"/>
            <a:ext cx="1371600" cy="275590"/>
          </a:xfrm>
          <a:prstGeom prst="rect">
            <a:avLst/>
          </a:prstGeom>
          <a:noFill/>
        </p:spPr>
        <p:txBody>
          <a:bodyPr wrap="square" rtlCol="0">
            <a:spAutoFit/>
          </a:bodyPr>
          <a:p>
            <a:pPr algn="ctr"/>
            <a:r>
              <a:rPr lang="zh-CN" altLang="en-US" sz="1200"/>
              <a:t>开启点位信息</a:t>
            </a:r>
            <a:endParaRPr lang="zh-CN" altLang="en-US" sz="1200"/>
          </a:p>
        </p:txBody>
      </p:sp>
      <p:pic>
        <p:nvPicPr>
          <p:cNvPr id="9" name="图片 8" descr="de4fe28822618b5b6858858399f9e67"/>
          <p:cNvPicPr>
            <a:picLocks noChangeAspect="1"/>
          </p:cNvPicPr>
          <p:nvPr/>
        </p:nvPicPr>
        <p:blipFill>
          <a:blip r:embed="rId6"/>
          <a:stretch>
            <a:fillRect/>
          </a:stretch>
        </p:blipFill>
        <p:spPr>
          <a:xfrm>
            <a:off x="8773160" y="706120"/>
            <a:ext cx="2273935" cy="4944110"/>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图文框 10"/>
          <p:cNvSpPr/>
          <p:nvPr>
            <p:custDataLst>
              <p:tags r:id="rId1"/>
            </p:custDataLst>
          </p:nvPr>
        </p:nvSpPr>
        <p:spPr>
          <a:xfrm>
            <a:off x="457204" y="457204"/>
            <a:ext cx="11277690" cy="5943648"/>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13" name="任意多边形: 形状 20"/>
          <p:cNvSpPr>
            <a:spLocks noChangeAspect="1"/>
          </p:cNvSpPr>
          <p:nvPr>
            <p:custDataLst>
              <p:tags r:id="rId2"/>
            </p:custDataLst>
          </p:nvPr>
        </p:nvSpPr>
        <p:spPr>
          <a:xfrm rot="10800000" flipH="1" flipV="1">
            <a:off x="100012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4" name="任意多边形: 形状 19"/>
          <p:cNvSpPr>
            <a:spLocks noChangeAspect="1"/>
          </p:cNvSpPr>
          <p:nvPr>
            <p:custDataLst>
              <p:tags r:id="rId3"/>
            </p:custDataLst>
          </p:nvPr>
        </p:nvSpPr>
        <p:spPr>
          <a:xfrm rot="10800000" flipH="1" flipV="1">
            <a:off x="819785" y="302895"/>
            <a:ext cx="1007745" cy="7950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15" name="Title 6"/>
          <p:cNvSpPr txBox="1"/>
          <p:nvPr>
            <p:custDataLst>
              <p:tags r:id="rId4"/>
            </p:custDataLst>
          </p:nvPr>
        </p:nvSpPr>
        <p:spPr>
          <a:xfrm>
            <a:off x="1072515" y="1097915"/>
            <a:ext cx="5200650" cy="99441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mj-ea"/>
            </a:pPr>
            <a:r>
              <a:rPr altLang="zh-CN"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4.1</a:t>
            </a:r>
            <a:r>
              <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rPr>
              <a:t>新增烟草白名单意向功能</a:t>
            </a:r>
            <a:endParaRPr lang="zh-CN" altLang="en-US" sz="3600" b="1" u="none" spc="80" dirty="0">
              <a:ln w="3175">
                <a:noFill/>
                <a:prstDash val="dash"/>
              </a:ln>
              <a:solidFill>
                <a:srgbClr val="4472C4"/>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430655" y="2011680"/>
            <a:ext cx="4485005" cy="4015740"/>
          </a:xfrm>
          <a:prstGeom prst="rect">
            <a:avLst/>
          </a:prstGeom>
          <a:noFill/>
        </p:spPr>
        <p:txBody>
          <a:bodyPr wrap="square" rtlCol="0" anchor="t">
            <a:noAutofit/>
          </a:bodyPr>
          <a:p>
            <a:pPr algn="l">
              <a:buClrTx/>
              <a:buSzTx/>
              <a:buFontTx/>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1.上线外部意向商户，意向商户目前分为内部与外部，内部为客户经理走访过程中自行添加的意向商户，外部为邮政提供的12万户烟草白名单商户。</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意向商户根据商户归属区县划分至所属区县下客户经理名下，即同一区县下的客户经理能看到该区县范围内所有的外部意向商户。按照定位距离由近到远排序显示，客户经理可根据导航进行走访并进行转换进件。</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r>
              <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3.具体路径：首页——巡店打卡——意向商户数——商户来源（外部）——导航走访商户/转换进件新增商户。</a:t>
            </a: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a:buClrTx/>
              <a:buSzTx/>
              <a:buFontTx/>
            </a:pPr>
            <a:endParaRPr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0" name="图片 3"/>
          <p:cNvPicPr>
            <a:picLocks noChangeAspect="1"/>
          </p:cNvPicPr>
          <p:nvPr/>
        </p:nvPicPr>
        <p:blipFill>
          <a:blip r:embed="rId5"/>
          <a:stretch>
            <a:fillRect/>
          </a:stretch>
        </p:blipFill>
        <p:spPr>
          <a:xfrm>
            <a:off x="6340475" y="1528445"/>
            <a:ext cx="1898650" cy="2321560"/>
          </a:xfrm>
          <a:prstGeom prst="rect">
            <a:avLst/>
          </a:prstGeom>
          <a:noFill/>
          <a:ln>
            <a:noFill/>
          </a:ln>
        </p:spPr>
      </p:pic>
      <p:pic>
        <p:nvPicPr>
          <p:cNvPr id="12" name="图片 2"/>
          <p:cNvPicPr>
            <a:picLocks noChangeAspect="1"/>
          </p:cNvPicPr>
          <p:nvPr/>
        </p:nvPicPr>
        <p:blipFill>
          <a:blip r:embed="rId6"/>
          <a:stretch>
            <a:fillRect/>
          </a:stretch>
        </p:blipFill>
        <p:spPr>
          <a:xfrm>
            <a:off x="6374130" y="3850005"/>
            <a:ext cx="1931670" cy="2177415"/>
          </a:xfrm>
          <a:prstGeom prst="rect">
            <a:avLst/>
          </a:prstGeom>
          <a:noFill/>
          <a:ln>
            <a:noFill/>
          </a:ln>
        </p:spPr>
      </p:pic>
      <p:pic>
        <p:nvPicPr>
          <p:cNvPr id="16" name="图片 15"/>
          <p:cNvPicPr>
            <a:picLocks noChangeAspect="1"/>
          </p:cNvPicPr>
          <p:nvPr/>
        </p:nvPicPr>
        <p:blipFill>
          <a:blip r:embed="rId7"/>
          <a:stretch>
            <a:fillRect/>
          </a:stretch>
        </p:blipFill>
        <p:spPr>
          <a:xfrm>
            <a:off x="8305800" y="1528445"/>
            <a:ext cx="2757805" cy="4498975"/>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p:fade/>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3.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5.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7937,&quot;width&quot;:4008}"/>
  <p:tag name="KSO_WM_UNIT_PLACING_PICTURE_INFO" val="{&quot;code&quot;:&quot;a&quot;,&quot;full_picture&quot;:true,&quot;last_full_picture&quot;:&quot;a&quot;,&quot;margin&quot;:{&quot;bottom&quot;:11.934558891388747,&quot;top&quot;:10.19034810560413},&quot;scheme&quot;:&quot;2-0&quot;,&quot;spacing&quot;:5}"/>
  <p:tag name="KSO_WM_UNIT_PLACING_PICTURE_USER_VIEWPORT_SMARTMENU" val="{&quot;height&quot;:7437.8009323257675,&quot;width&quot;:3681.962051901361}"/>
  <p:tag name="KSO_WM_UNIT_PLACING_PICTURE_USER_RELATIVERECTANGLE_SMARTMENU" val="{&quot;bottom&quot;:0,&quot;left&quot;:0,&quot;right&quot;:0,&quot;top&quot;:0}"/>
</p:tagLst>
</file>

<file path=ppt/tags/tag6.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7937,&quot;width&quot;:3920}"/>
  <p:tag name="KSO_WM_UNIT_PLACING_PICTURE_INFO" val="{&quot;code&quot;:&quot;a&quot;,&quot;full_picture&quot;:true,&quot;last_full_picture&quot;:&quot;a&quot;,&quot;margin&quot;:{&quot;bottom&quot;:11.934558891388747,&quot;top&quot;:10.19034810560413},&quot;scheme&quot;:&quot;2-0&quot;,&quot;spacing&quot;:5}"/>
  <p:tag name="KSO_WM_UNIT_PLACING_PICTURE_USER_VIEWPORT_SMARTMENU" val="{&quot;height&quot;:7437.8009323257675,&quot;width&quot;:3597.557601418953}"/>
  <p:tag name="KSO_WM_UNIT_PLACING_PICTURE_USER_RELATIVERECTANGLE_SMARTMENU" val="{&quot;bottom&quot;:0,&quot;left&quot;:0,&quot;right&quot;:0,&quot;top&quot;:0}"/>
</p:tagLst>
</file>

<file path=ppt/tags/tag7.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8.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9.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10.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12.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1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1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17.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18.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9.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20.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22.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2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2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2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27.xml><?xml version="1.0" encoding="utf-8"?>
<p:tagLst xmlns:p="http://schemas.openxmlformats.org/presentationml/2006/main">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SUBTYPE" val="f"/>
  <p:tag name="KSO_WM_UNIT_TYPE" val="ζ_i"/>
  <p:tag name="KSO_WM_UNIT_INDEX" val="1_1"/>
  <p:tag name="KSO_WM_UNIT_ID" val="mixed20199727_1*ζ_i*1_1"/>
  <p:tag name="KSO_WM_TEMPLATE_CATEGORY" val="mixed"/>
  <p:tag name="KSO_WM_TEMPLATE_INDEX" val="20199727"/>
  <p:tag name="KSO_WM_UNIT_LAYERLEVEL" val="1_1"/>
  <p:tag name="KSO_WM_TAG_VERSION" val="1.0"/>
  <p:tag name="KSO_WM_BEAUTIFY_FLAG" val="#wm#"/>
  <p:tag name="PA" val="v5.2.9"/>
  <p:tag name="KSO_WM_UNIT_USESOURCEFORMAT_APPLY" val="1"/>
  <p:tag name="KSO_WM_UNIT_TEXT_FILL_FORE_SCHEMECOLOR_INDEX" val="2"/>
  <p:tag name="KSO_WM_UNIT_TEXT_FILL_TYPE" val="1"/>
  <p:tag name="KSO_WM_DIAGRAM_VIRTUALLY_FRAME" val="{&quot;height&quot;:335.6429921259843,&quot;left&quot;:566.0668503937007,&quot;top&quot;:91.80566929133859,&quot;width&quot;:307.1203149606299}"/>
</p:tagLst>
</file>

<file path=ppt/tags/tag28.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29.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30.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3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33.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34.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3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3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38.xml><?xml version="1.0" encoding="utf-8"?>
<p:tagLst xmlns:p="http://schemas.openxmlformats.org/presentationml/2006/main">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SUBTYPE" val="f"/>
  <p:tag name="KSO_WM_UNIT_TYPE" val="ζ_i"/>
  <p:tag name="KSO_WM_UNIT_INDEX" val="1_1"/>
  <p:tag name="KSO_WM_UNIT_ID" val="mixed20199727_1*ζ_i*1_1"/>
  <p:tag name="KSO_WM_TEMPLATE_CATEGORY" val="mixed"/>
  <p:tag name="KSO_WM_TEMPLATE_INDEX" val="20199727"/>
  <p:tag name="KSO_WM_UNIT_LAYERLEVEL" val="1_1"/>
  <p:tag name="KSO_WM_TAG_VERSION" val="1.0"/>
  <p:tag name="KSO_WM_BEAUTIFY_FLAG" val="#wm#"/>
  <p:tag name="PA" val="v5.2.9"/>
  <p:tag name="KSO_WM_UNIT_USESOURCEFORMAT_APPLY" val="1"/>
  <p:tag name="KSO_WM_UNIT_TEXT_FILL_FORE_SCHEMECOLOR_INDEX" val="2"/>
  <p:tag name="KSO_WM_UNIT_TEXT_FILL_TYPE" val="1"/>
  <p:tag name="KSO_WM_DIAGRAM_VIRTUALLY_FRAME" val="{&quot;height&quot;:335.6429921259843,&quot;left&quot;:566.0668503937007,&quot;top&quot;:91.80566929133859,&quot;width&quot;:307.1203149606299}"/>
</p:tagLst>
</file>

<file path=ppt/tags/tag39.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4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4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4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44.xml><?xml version="1.0" encoding="utf-8"?>
<p:tagLst xmlns:p="http://schemas.openxmlformats.org/presentationml/2006/main">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SUBTYPE" val="f"/>
  <p:tag name="KSO_WM_UNIT_TYPE" val="ζ_i"/>
  <p:tag name="KSO_WM_UNIT_INDEX" val="1_1"/>
  <p:tag name="KSO_WM_UNIT_ID" val="mixed20199727_1*ζ_i*1_1"/>
  <p:tag name="KSO_WM_TEMPLATE_CATEGORY" val="mixed"/>
  <p:tag name="KSO_WM_TEMPLATE_INDEX" val="20199727"/>
  <p:tag name="KSO_WM_UNIT_LAYERLEVEL" val="1_1"/>
  <p:tag name="KSO_WM_TAG_VERSION" val="1.0"/>
  <p:tag name="KSO_WM_BEAUTIFY_FLAG" val="#wm#"/>
  <p:tag name="PA" val="v5.2.9"/>
  <p:tag name="KSO_WM_UNIT_USESOURCEFORMAT_APPLY" val="1"/>
  <p:tag name="KSO_WM_UNIT_TEXT_FILL_FORE_SCHEMECOLOR_INDEX" val="2"/>
  <p:tag name="KSO_WM_UNIT_TEXT_FILL_TYPE" val="1"/>
  <p:tag name="KSO_WM_DIAGRAM_VIRTUALLY_FRAME" val="{&quot;height&quot;:335.6429921259843,&quot;left&quot;:566.0668503937007,&quot;top&quot;:91.80566929133859,&quot;width&quot;:307.1203149606299}"/>
</p:tagLst>
</file>

<file path=ppt/tags/tag45.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46.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4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48.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50.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8170,&quot;width&quot;:4025}"/>
  <p:tag name="KSO_WM_UNIT_PLACING_PICTURE_INFO" val="{&quot;code&quot;:&quot;abC&quot;,&quot;full_picture&quot;:true,&quot;last_full_picture&quot;:&quot;abC&quot;,&quot;margin&quot;:{&quot;bottom&quot;:38.51143359540827,&quot;top&quot;:37.54555637584242},&quot;scheme&quot;:&quot;4-0&quot;,&quot;spacing&quot;:5}"/>
  <p:tag name="KSO_WM_UNIT_PLACING_PICTURE_USER_VIEWPORT_SMARTMENU" val="{&quot;height&quot;:5360.826503710946,&quot;width&quot;:2566.3927378536737}"/>
  <p:tag name="KSO_WM_UNIT_PLACING_PICTURE_USER_RELATIVERECTANGLE_SMARTMENU" val="{&quot;bottom&quot;:0,&quot;left&quot;:0,&quot;right&quot;:0,&quot;top&quot;:0}"/>
  <p:tag name="KSO_WM_UNIT_PLACING_PICTURE_COLLAGE_RELATIVERECTANGLE" val="{&quot;height&quot;:7234.571014346284,&quot;width&quot;:3463.0259148138884}"/>
</p:tagLst>
</file>

<file path=ppt/tags/tag51.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8162,&quot;width&quot;:3992}"/>
  <p:tag name="KSO_WM_UNIT_PLACING_PICTURE_INFO" val="{&quot;code&quot;:&quot;abC&quot;,&quot;full_picture&quot;:true,&quot;last_full_picture&quot;:&quot;abC&quot;,&quot;margin&quot;:{&quot;bottom&quot;:38.51143359540827,&quot;top&quot;:37.54555637584242},&quot;scheme&quot;:&quot;4-0&quot;,&quot;spacing&quot;:5}"/>
  <p:tag name="KSO_WM_UNIT_PLACING_PICTURE_USER_VIEWPORT_SMARTMENU" val="{&quot;height&quot;:5360.826503710946,&quot;width&quot;:2541.9207312063427}"/>
  <p:tag name="KSO_WM_UNIT_PLACING_PICTURE_USER_RELATIVERECTANGLE_SMARTMENU" val="{&quot;bottom&quot;:0,&quot;left&quot;:0,&quot;right&quot;:0,&quot;top&quot;:0}"/>
  <p:tag name="KSO_WM_UNIT_PLACING_PICTURE_COLLAGE_RELATIVERECTANGLE" val="{&quot;height&quot;:7285.981960386301,&quot;width&quot;:3454.7642057500047}"/>
</p:tagLst>
</file>

<file path=ppt/tags/tag52.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7778,&quot;width&quot;:3969}"/>
  <p:tag name="KSO_WM_UNIT_PLACING_PICTURE_INFO" val="{&quot;code&quot;:&quot;abC&quot;,&quot;full_picture&quot;:true,&quot;last_full_picture&quot;:&quot;abC&quot;,&quot;margin&quot;:{&quot;bottom&quot;:38.51143359540827,&quot;top&quot;:37.54555637584242},&quot;scheme&quot;:&quot;4-0&quot;,&quot;spacing&quot;:5}"/>
  <p:tag name="KSO_WM_UNIT_PLACING_PICTURE_USER_VIEWPORT_SMARTMENU" val="{&quot;height&quot;:2479.6475017707826,&quot;width&quot;:1321.3667067212339}"/>
  <p:tag name="KSO_WM_UNIT_PLACING_PICTURE_USER_RELATIVERECTANGLE_SMARTMENU" val="{&quot;bottom&quot;:0,&quot;left&quot;:0,&quot;right&quot;:0,&quot;top&quot;:0}"/>
  <p:tag name="KSO_WM_UNIT_PLACING_PICTURE_COLLAGE_RELATIVERECTANGLE" val="{&quot;height&quot;:3370.1266349670527,&quot;width&quot;:1795.8900779311607}"/>
</p:tagLst>
</file>

<file path=ppt/tags/tag53.xml><?xml version="1.0" encoding="utf-8"?>
<p:tagLst xmlns:p="http://schemas.openxmlformats.org/presentationml/2006/main">
  <p:tag name="KSO_WM_UNIT_VALUE" val="1142*1565"/>
  <p:tag name="KSO_WM_UNIT_HIGHLIGHT" val="0"/>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USER_VIEWPORT" val="{&quot;height&quot;:7782,&quot;width&quot;:3969}"/>
  <p:tag name="KSO_WM_UNIT_PLACING_PICTURE_INFO" val="{&quot;code&quot;:&quot;abC&quot;,&quot;full_picture&quot;:true,&quot;last_full_picture&quot;:&quot;abC&quot;,&quot;margin&quot;:{&quot;bottom&quot;:38.51143359540827,&quot;top&quot;:37.54555637584242},&quot;scheme&quot;:&quot;4-0&quot;,&quot;spacing&quot;:5}"/>
  <p:tag name="KSO_WM_UNIT_PLACING_PICTURE_USER_VIEWPORT_SMARTMENU" val="{&quot;height&quot;:2731.1790019401624,&quot;width&quot;:1321.3667067212339}"/>
  <p:tag name="KSO_WM_UNIT_PLACING_PICTURE_USER_RELATIVERECTANGLE_SMARTMENU" val="{&quot;bottom&quot;:0,&quot;left&quot;:0,&quot;right&quot;:0,&quot;top&quot;:0}"/>
  <p:tag name="KSO_WM_UNIT_PLACING_PICTURE_COLLAGE_RELATIVERECTANGLE" val="{&quot;height&quot;:3711.988022741821,&quot;width&quot;:1795.8900779311607}"/>
</p:tagLst>
</file>

<file path=ppt/tags/tag54.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5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5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5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59.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6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6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6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64.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6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6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6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69.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7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7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7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74.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7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7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7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79.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8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8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84.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8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8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89.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9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9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9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Lst>
</file>

<file path=ppt/tags/tag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94.xml><?xml version="1.0" encoding="utf-8"?>
<p:tagLst xmlns:p="http://schemas.openxmlformats.org/presentationml/2006/main">
  <p:tag name="KSO_WM_SLIDE_ID" val="diagram20211051_1"/>
  <p:tag name="KSO_WM_SLIDE_TYPE" val="text"/>
  <p:tag name="KSO_WM_SLIDE_SUBTYPE" val="picTxt"/>
  <p:tag name="KSO_WM_SLIDE_ITEM_CNT" val="0"/>
  <p:tag name="KSO_WM_SLIDE_INDEX" val="1"/>
  <p:tag name="KSO_WM_SLIDE_SIZE" val="888*481"/>
  <p:tag name="KSO_WM_SLIDE_POSITION" val="36*23"/>
  <p:tag name="KSO_WM_TAG_VERSION" val="1.0"/>
  <p:tag name="KSO_WM_BEAUTIFY_FLAG" val="#wm#"/>
  <p:tag name="KSO_WM_TEMPLATE_CATEGORY" val="diagram"/>
  <p:tag name="KSO_WM_TEMPLATE_INDEX" val="20211051"/>
  <p:tag name="KSO_WM_SLIDE_LAYOUT" val="d_f"/>
  <p:tag name="KSO_WM_SLIDE_LAYOUT_CNT" val="1_1"/>
  <p:tag name="KSO_WM_SLIDE_CONSTRAINT" val="%7b%22slideConstraint%22%3a%7b%22seriesAreas%22%3a%5b%5d%2c%22singleAreas%22%3a%5b%7b%22shapes%22%3a%5b22%5d%2c%22serialConstraintIndex%22%3a-1%2c%22areatextmark%22%3a0%2c%22pictureprocessmark%22%3a0%7d%5d%7d%7d"/>
  <p:tag name="KSO_WM_SLIDE_COLORSCHEME_VERSION" val="3.2"/>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TEMPLATE_SUBCATEGORY" val="21"/>
  <p:tag name="KSO_WM_TEMPLATE_MASTER_TYPE" val="0"/>
  <p:tag name="KSO_WM_TEMPLATE_COLOR_TYPE" val="1"/>
  <p:tag name="KSO_WM_CHIP_XID" val="5f5f2f928e478fb0c58a92be"/>
  <p:tag name="KSO_WM_CHIP_GROUPID" val="5e757e9369be4861f5f86151"/>
  <p:tag name="KSO_WM_SLIDE_BK_DARK_LIGHT" val="2"/>
  <p:tag name="KSO_WM_SLIDE_BACKGROUND_TYPE" val="general"/>
  <p:tag name="KSO_WM_SLIDE_SUPPORT_FEATURE_TYPE" val="7"/>
  <p:tag name="KSO_WM_TEMPLATE_ASSEMBLE_XID" val="60656ea44054ed1e2fb7fce2"/>
  <p:tag name="KSO_WM_TEMPLATE_ASSEMBLE_GROUPID" val="60656ea44054ed1e2fb7fce2"/>
  <p:tag name="KSO_WM_SLIDE_CAN_ADD_NAVIGATION" val="1"/>
  <p:tag name="KSO_WM_SLIDE_BACKGROUND" val="[&quot;general&quot;]"/>
  <p:tag name="KSO_WM_CHIP_DECFILLPROP" val="[]"/>
  <p:tag name="KSO_WM_UNIT_FLASH_PICTURE_TYPE" val="0"/>
  <p:tag name="FIXED_XID_TMP" val="5fab54f0341d2fac3cfce989"/>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Lst>
</file>

<file path=ppt/tags/tag95.xml><?xml version="1.0" encoding="utf-8"?>
<p:tagLst xmlns:p="http://schemas.openxmlformats.org/presentationml/2006/main">
  <p:tag name="KSO_WPP_MARK_KEY" val="ca30b677-cb81-46c0-b11b-e469c369d002"/>
  <p:tag name="COMMONDATA" val="eyJoZGlkIjoiZmExZTZkMmY5YzA0Y2E1YjQ5NDYyNjE4ZTEzZjg5NWUifQ=="/>
  <p:tag name="commondata" val="eyJoZGlkIjoiOTc3M2Y5NzIzMDFlZjAyY2Q4Njk5ODkyYjFjNzBiNT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rgbClr val="FF0000"/>
          </a:solidFill>
        </a:ln>
      </a:spPr>
      <a:bodyPr rtlCol="0" anchor="ctr"/>
      <a:lstStyle>
        <a:defPPr algn="ctr">
          <a:defRPr lang="zh-CN" altLang="en-US"/>
        </a:defPPr>
      </a:lstStyle>
      <a:style>
        <a:lnRef idx="2">
          <a:schemeClr val="accent6"/>
        </a:lnRef>
        <a:fillRef idx="1">
          <a:schemeClr val="lt1"/>
        </a:fillRef>
        <a:effectRef idx="0">
          <a:schemeClr val="accent6"/>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2127</Words>
  <Application>WPS 演示</Application>
  <PresentationFormat>宽屏</PresentationFormat>
  <Paragraphs>84</Paragraphs>
  <Slides>17</Slides>
  <Notes>33</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宋体</vt:lpstr>
      <vt:lpstr>Wingdings</vt:lpstr>
      <vt:lpstr>微软雅黑</vt:lpstr>
      <vt:lpstr>Segoe UI</vt:lpstr>
      <vt:lpstr>Wingdings</vt:lpstr>
      <vt:lpstr>Arial Unicode MS</vt:lpstr>
      <vt:lpstr>等线 Light</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111111111111111</dc:title>
  <dc:creator>张 建春</dc:creator>
  <cp:lastModifiedBy>周岚</cp:lastModifiedBy>
  <cp:revision>478</cp:revision>
  <dcterms:created xsi:type="dcterms:W3CDTF">2020-08-21T07:46:00Z</dcterms:created>
  <dcterms:modified xsi:type="dcterms:W3CDTF">2026-05-13T02:30:09Z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2052-11.8.2.11718</vt:lpwstr>
  </property>
  <property fmtid="{D5CDD505-2E9C-101B-9397-08002B2CF9AE}" pid="3" name="ICV">
    <vt:lpwstr>8CB2DEB5519B4AC49583ED2B438C1C5B_13</vt:lpwstr>
  </property>
</Properties>
</file>